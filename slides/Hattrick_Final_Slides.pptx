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ppt/tags/tag15.xml" ContentType="application/vnd.openxmlformats-officedocument.presentationml.tags+xml"/>
  <Override PartName="/ppt/notesSlides/notesSlide15.xml" ContentType="application/vnd.openxmlformats-officedocument.presentationml.notesSlide+xml"/>
  <Override PartName="/ppt/tags/tag16.xml" ContentType="application/vnd.openxmlformats-officedocument.presentationml.tags+xml"/>
  <Override PartName="/ppt/notesSlides/notesSlide16.xml" ContentType="application/vnd.openxmlformats-officedocument.presentationml.notesSlide+xml"/>
  <Override PartName="/ppt/tags/tag17.xml" ContentType="application/vnd.openxmlformats-officedocument.presentationml.tags+xml"/>
  <Override PartName="/ppt/notesSlides/notesSlide17.xml" ContentType="application/vnd.openxmlformats-officedocument.presentationml.notesSlide+xml"/>
  <Override PartName="/ppt/tags/tag18.xml" ContentType="application/vnd.openxmlformats-officedocument.presentationml.tags+xml"/>
  <Override PartName="/ppt/notesSlides/notesSlide18.xml" ContentType="application/vnd.openxmlformats-officedocument.presentationml.notesSlide+xml"/>
  <Override PartName="/ppt/tags/tag19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20.xml" ContentType="application/vnd.openxmlformats-officedocument.presentationml.tags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23"/>
  </p:notesMasterIdLst>
  <p:sldIdLst>
    <p:sldId id="596" r:id="rId2"/>
    <p:sldId id="580" r:id="rId3"/>
    <p:sldId id="567" r:id="rId4"/>
    <p:sldId id="602" r:id="rId5"/>
    <p:sldId id="604" r:id="rId6"/>
    <p:sldId id="642" r:id="rId7"/>
    <p:sldId id="647" r:id="rId8"/>
    <p:sldId id="564" r:id="rId9"/>
    <p:sldId id="574" r:id="rId10"/>
    <p:sldId id="597" r:id="rId11"/>
    <p:sldId id="644" r:id="rId12"/>
    <p:sldId id="637" r:id="rId13"/>
    <p:sldId id="630" r:id="rId14"/>
    <p:sldId id="645" r:id="rId15"/>
    <p:sldId id="505" r:id="rId16"/>
    <p:sldId id="554" r:id="rId17"/>
    <p:sldId id="646" r:id="rId18"/>
    <p:sldId id="584" r:id="rId19"/>
    <p:sldId id="590" r:id="rId20"/>
    <p:sldId id="638" r:id="rId21"/>
    <p:sldId id="594" r:id="rId22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2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yed Usman" initials="SU" lastIdx="1" clrIdx="0">
    <p:extLst>
      <p:ext uri="{19B8F6BF-5375-455C-9EA6-DF929625EA0E}">
        <p15:presenceInfo xmlns:p15="http://schemas.microsoft.com/office/powerpoint/2012/main" userId="S::jafri3@purdue.edu::b1364807-3e22-496f-9e9a-3c9c27e8f22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0E0E"/>
    <a:srgbClr val="385723"/>
    <a:srgbClr val="B4C7E7"/>
    <a:srgbClr val="32BBD6"/>
    <a:srgbClr val="6699FF"/>
    <a:srgbClr val="797979"/>
    <a:srgbClr val="595959"/>
    <a:srgbClr val="DAE8FC"/>
    <a:srgbClr val="F0DF06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6828" autoAdjust="0"/>
  </p:normalViewPr>
  <p:slideViewPr>
    <p:cSldViewPr snapToGrid="0">
      <p:cViewPr varScale="1">
        <p:scale>
          <a:sx n="74" d="100"/>
          <a:sy n="74" d="100"/>
        </p:scale>
        <p:origin x="1992" y="54"/>
      </p:cViewPr>
      <p:guideLst>
        <p:guide orient="horz" pos="2136"/>
        <p:guide pos="3840"/>
        <p:guide orient="horz" pos="22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 Alrhman Omar Hasan Alqiam" userId="60fcf1e6-18f4-4441-939d-73fb05232545" providerId="ADAL" clId="{F489CEA1-A3E4-43CE-8F76-88357E082D4E}"/>
    <pc:docChg chg="undo custSel addSld delSld modSld sldOrd">
      <pc:chgData name="Abd Alrhman Omar Hasan Alqiam" userId="60fcf1e6-18f4-4441-939d-73fb05232545" providerId="ADAL" clId="{F489CEA1-A3E4-43CE-8F76-88357E082D4E}" dt="2025-09-07T12:01:24.863" v="6861" actId="20577"/>
      <pc:docMkLst>
        <pc:docMk/>
      </pc:docMkLst>
      <pc:sldChg chg="delSp modSp mod delAnim modAnim modNotesTx">
        <pc:chgData name="Abd Alrhman Omar Hasan Alqiam" userId="60fcf1e6-18f4-4441-939d-73fb05232545" providerId="ADAL" clId="{F489CEA1-A3E4-43CE-8F76-88357E082D4E}" dt="2025-09-07T11:25:21.119" v="5343" actId="20577"/>
        <pc:sldMkLst>
          <pc:docMk/>
          <pc:sldMk cId="257104987" sldId="505"/>
        </pc:sldMkLst>
      </pc:sldChg>
      <pc:sldChg chg="modSp mod addAnim delAnim modAnim modNotesTx">
        <pc:chgData name="Abd Alrhman Omar Hasan Alqiam" userId="60fcf1e6-18f4-4441-939d-73fb05232545" providerId="ADAL" clId="{F489CEA1-A3E4-43CE-8F76-88357E082D4E}" dt="2025-09-07T11:20:33.776" v="4623" actId="20577"/>
        <pc:sldMkLst>
          <pc:docMk/>
          <pc:sldMk cId="206541027" sldId="554"/>
        </pc:sldMkLst>
      </pc:sldChg>
      <pc:sldChg chg="del">
        <pc:chgData name="Abd Alrhman Omar Hasan Alqiam" userId="60fcf1e6-18f4-4441-939d-73fb05232545" providerId="ADAL" clId="{F489CEA1-A3E4-43CE-8F76-88357E082D4E}" dt="2025-09-07T11:43:27.209" v="6413" actId="47"/>
        <pc:sldMkLst>
          <pc:docMk/>
          <pc:sldMk cId="1081349781" sldId="562"/>
        </pc:sldMkLst>
      </pc:sldChg>
      <pc:sldChg chg="modNotesTx">
        <pc:chgData name="Abd Alrhman Omar Hasan Alqiam" userId="60fcf1e6-18f4-4441-939d-73fb05232545" providerId="ADAL" clId="{F489CEA1-A3E4-43CE-8F76-88357E082D4E}" dt="2025-09-07T11:56:13.621" v="6769" actId="20577"/>
        <pc:sldMkLst>
          <pc:docMk/>
          <pc:sldMk cId="2728381346" sldId="564"/>
        </pc:sldMkLst>
      </pc:sldChg>
      <pc:sldChg chg="modNotesTx">
        <pc:chgData name="Abd Alrhman Omar Hasan Alqiam" userId="60fcf1e6-18f4-4441-939d-73fb05232545" providerId="ADAL" clId="{F489CEA1-A3E4-43CE-8F76-88357E082D4E}" dt="2025-09-05T22:30:39.732" v="1731" actId="20577"/>
        <pc:sldMkLst>
          <pc:docMk/>
          <pc:sldMk cId="1625367817" sldId="567"/>
        </pc:sldMkLst>
      </pc:sldChg>
      <pc:sldChg chg="del">
        <pc:chgData name="Abd Alrhman Omar Hasan Alqiam" userId="60fcf1e6-18f4-4441-939d-73fb05232545" providerId="ADAL" clId="{F489CEA1-A3E4-43CE-8F76-88357E082D4E}" dt="2025-09-07T11:43:40.503" v="6429" actId="47"/>
        <pc:sldMkLst>
          <pc:docMk/>
          <pc:sldMk cId="540597151" sldId="569"/>
        </pc:sldMkLst>
      </pc:sldChg>
      <pc:sldChg chg="del">
        <pc:chgData name="Abd Alrhman Omar Hasan Alqiam" userId="60fcf1e6-18f4-4441-939d-73fb05232545" providerId="ADAL" clId="{F489CEA1-A3E4-43CE-8F76-88357E082D4E}" dt="2025-09-07T11:43:27.568" v="6414" actId="47"/>
        <pc:sldMkLst>
          <pc:docMk/>
          <pc:sldMk cId="3117859736" sldId="570"/>
        </pc:sldMkLst>
      </pc:sldChg>
      <pc:sldChg chg="modSp mod addAnim delAnim modAnim modNotesTx">
        <pc:chgData name="Abd Alrhman Omar Hasan Alqiam" userId="60fcf1e6-18f4-4441-939d-73fb05232545" providerId="ADAL" clId="{F489CEA1-A3E4-43CE-8F76-88357E082D4E}" dt="2025-09-05T19:14:08.891" v="1046" actId="20577"/>
        <pc:sldMkLst>
          <pc:docMk/>
          <pc:sldMk cId="4102163601" sldId="574"/>
        </pc:sldMkLst>
      </pc:sldChg>
      <pc:sldChg chg="del">
        <pc:chgData name="Abd Alrhman Omar Hasan Alqiam" userId="60fcf1e6-18f4-4441-939d-73fb05232545" providerId="ADAL" clId="{F489CEA1-A3E4-43CE-8F76-88357E082D4E}" dt="2025-09-07T11:43:34.936" v="6423" actId="47"/>
        <pc:sldMkLst>
          <pc:docMk/>
          <pc:sldMk cId="3817187168" sldId="579"/>
        </pc:sldMkLst>
      </pc:sldChg>
      <pc:sldChg chg="modNotesTx">
        <pc:chgData name="Abd Alrhman Omar Hasan Alqiam" userId="60fcf1e6-18f4-4441-939d-73fb05232545" providerId="ADAL" clId="{F489CEA1-A3E4-43CE-8F76-88357E082D4E}" dt="2025-09-07T10:39:11.709" v="2880" actId="20577"/>
        <pc:sldMkLst>
          <pc:docMk/>
          <pc:sldMk cId="3982342408" sldId="580"/>
        </pc:sldMkLst>
      </pc:sldChg>
      <pc:sldChg chg="del">
        <pc:chgData name="Abd Alrhman Omar Hasan Alqiam" userId="60fcf1e6-18f4-4441-939d-73fb05232545" providerId="ADAL" clId="{F489CEA1-A3E4-43CE-8F76-88357E082D4E}" dt="2025-09-07T11:43:33.614" v="6421" actId="47"/>
        <pc:sldMkLst>
          <pc:docMk/>
          <pc:sldMk cId="2929213749" sldId="581"/>
        </pc:sldMkLst>
      </pc:sldChg>
      <pc:sldChg chg="addSp modSp mod modAnim modNotesTx">
        <pc:chgData name="Abd Alrhman Omar Hasan Alqiam" userId="60fcf1e6-18f4-4441-939d-73fb05232545" providerId="ADAL" clId="{F489CEA1-A3E4-43CE-8F76-88357E082D4E}" dt="2025-09-07T11:29:33.822" v="5681" actId="20577"/>
        <pc:sldMkLst>
          <pc:docMk/>
          <pc:sldMk cId="3989382382" sldId="584"/>
        </pc:sldMkLst>
      </pc:sldChg>
      <pc:sldChg chg="del">
        <pc:chgData name="Abd Alrhman Omar Hasan Alqiam" userId="60fcf1e6-18f4-4441-939d-73fb05232545" providerId="ADAL" clId="{F489CEA1-A3E4-43CE-8F76-88357E082D4E}" dt="2025-09-07T11:43:59.470" v="6439" actId="47"/>
        <pc:sldMkLst>
          <pc:docMk/>
          <pc:sldMk cId="844395223" sldId="585"/>
        </pc:sldMkLst>
      </pc:sldChg>
      <pc:sldChg chg="del">
        <pc:chgData name="Abd Alrhman Omar Hasan Alqiam" userId="60fcf1e6-18f4-4441-939d-73fb05232545" providerId="ADAL" clId="{F489CEA1-A3E4-43CE-8F76-88357E082D4E}" dt="2025-09-07T11:43:34.295" v="6422" actId="47"/>
        <pc:sldMkLst>
          <pc:docMk/>
          <pc:sldMk cId="3991685280" sldId="586"/>
        </pc:sldMkLst>
      </pc:sldChg>
      <pc:sldChg chg="del">
        <pc:chgData name="Abd Alrhman Omar Hasan Alqiam" userId="60fcf1e6-18f4-4441-939d-73fb05232545" providerId="ADAL" clId="{F489CEA1-A3E4-43CE-8F76-88357E082D4E}" dt="2025-09-07T11:43:32.268" v="6418" actId="47"/>
        <pc:sldMkLst>
          <pc:docMk/>
          <pc:sldMk cId="3675671164" sldId="587"/>
        </pc:sldMkLst>
      </pc:sldChg>
      <pc:sldChg chg="del">
        <pc:chgData name="Abd Alrhman Omar Hasan Alqiam" userId="60fcf1e6-18f4-4441-939d-73fb05232545" providerId="ADAL" clId="{F489CEA1-A3E4-43CE-8F76-88357E082D4E}" dt="2025-09-07T11:43:37.864" v="6426" actId="47"/>
        <pc:sldMkLst>
          <pc:docMk/>
          <pc:sldMk cId="3436024308" sldId="589"/>
        </pc:sldMkLst>
      </pc:sldChg>
      <pc:sldChg chg="modNotesTx">
        <pc:chgData name="Abd Alrhman Omar Hasan Alqiam" userId="60fcf1e6-18f4-4441-939d-73fb05232545" providerId="ADAL" clId="{F489CEA1-A3E4-43CE-8F76-88357E082D4E}" dt="2025-09-07T11:31:06.597" v="5882" actId="20577"/>
        <pc:sldMkLst>
          <pc:docMk/>
          <pc:sldMk cId="2432322304" sldId="590"/>
        </pc:sldMkLst>
      </pc:sldChg>
      <pc:sldChg chg="del">
        <pc:chgData name="Abd Alrhman Omar Hasan Alqiam" userId="60fcf1e6-18f4-4441-939d-73fb05232545" providerId="ADAL" clId="{F489CEA1-A3E4-43CE-8F76-88357E082D4E}" dt="2025-09-07T11:43:26.675" v="6412" actId="47"/>
        <pc:sldMkLst>
          <pc:docMk/>
          <pc:sldMk cId="2643355604" sldId="592"/>
        </pc:sldMkLst>
      </pc:sldChg>
      <pc:sldChg chg="modSp modNotesTx">
        <pc:chgData name="Abd Alrhman Omar Hasan Alqiam" userId="60fcf1e6-18f4-4441-939d-73fb05232545" providerId="ADAL" clId="{F489CEA1-A3E4-43CE-8F76-88357E082D4E}" dt="2025-09-07T12:01:24.863" v="6861" actId="20577"/>
        <pc:sldMkLst>
          <pc:docMk/>
          <pc:sldMk cId="839061195" sldId="594"/>
        </pc:sldMkLst>
      </pc:sldChg>
      <pc:sldChg chg="modNotesTx">
        <pc:chgData name="Abd Alrhman Omar Hasan Alqiam" userId="60fcf1e6-18f4-4441-939d-73fb05232545" providerId="ADAL" clId="{F489CEA1-A3E4-43CE-8F76-88357E082D4E}" dt="2025-09-07T11:04:17.212" v="3566" actId="20577"/>
        <pc:sldMkLst>
          <pc:docMk/>
          <pc:sldMk cId="1776656239" sldId="597"/>
        </pc:sldMkLst>
      </pc:sldChg>
      <pc:sldChg chg="del">
        <pc:chgData name="Abd Alrhman Omar Hasan Alqiam" userId="60fcf1e6-18f4-4441-939d-73fb05232545" providerId="ADAL" clId="{F489CEA1-A3E4-43CE-8F76-88357E082D4E}" dt="2025-09-07T11:43:52.982" v="6434" actId="47"/>
        <pc:sldMkLst>
          <pc:docMk/>
          <pc:sldMk cId="2249411656" sldId="598"/>
        </pc:sldMkLst>
      </pc:sldChg>
      <pc:sldChg chg="add del">
        <pc:chgData name="Abd Alrhman Omar Hasan Alqiam" userId="60fcf1e6-18f4-4441-939d-73fb05232545" providerId="ADAL" clId="{F489CEA1-A3E4-43CE-8F76-88357E082D4E}" dt="2025-09-07T11:43:31.844" v="6417" actId="47"/>
        <pc:sldMkLst>
          <pc:docMk/>
          <pc:sldMk cId="2081574981" sldId="600"/>
        </pc:sldMkLst>
      </pc:sldChg>
      <pc:sldChg chg="modNotesTx">
        <pc:chgData name="Abd Alrhman Omar Hasan Alqiam" userId="60fcf1e6-18f4-4441-939d-73fb05232545" providerId="ADAL" clId="{F489CEA1-A3E4-43CE-8F76-88357E082D4E}" dt="2025-09-07T11:51:46.919" v="6627" actId="20577"/>
        <pc:sldMkLst>
          <pc:docMk/>
          <pc:sldMk cId="4190404448" sldId="602"/>
        </pc:sldMkLst>
      </pc:sldChg>
      <pc:sldChg chg="del">
        <pc:chgData name="Abd Alrhman Omar Hasan Alqiam" userId="60fcf1e6-18f4-4441-939d-73fb05232545" providerId="ADAL" clId="{F489CEA1-A3E4-43CE-8F76-88357E082D4E}" dt="2025-09-07T11:43:26.055" v="6411" actId="47"/>
        <pc:sldMkLst>
          <pc:docMk/>
          <pc:sldMk cId="2114864526" sldId="603"/>
        </pc:sldMkLst>
      </pc:sldChg>
      <pc:sldChg chg="modNotesTx">
        <pc:chgData name="Abd Alrhman Omar Hasan Alqiam" userId="60fcf1e6-18f4-4441-939d-73fb05232545" providerId="ADAL" clId="{F489CEA1-A3E4-43CE-8F76-88357E082D4E}" dt="2025-09-06T23:22:33.713" v="1834" actId="20577"/>
        <pc:sldMkLst>
          <pc:docMk/>
          <pc:sldMk cId="1584339393" sldId="604"/>
        </pc:sldMkLst>
      </pc:sldChg>
      <pc:sldChg chg="del">
        <pc:chgData name="Abd Alrhman Omar Hasan Alqiam" userId="60fcf1e6-18f4-4441-939d-73fb05232545" providerId="ADAL" clId="{F489CEA1-A3E4-43CE-8F76-88357E082D4E}" dt="2025-09-07T11:43:35.622" v="6424" actId="47"/>
        <pc:sldMkLst>
          <pc:docMk/>
          <pc:sldMk cId="3240444593" sldId="605"/>
        </pc:sldMkLst>
      </pc:sldChg>
      <pc:sldChg chg="del">
        <pc:chgData name="Abd Alrhman Omar Hasan Alqiam" userId="60fcf1e6-18f4-4441-939d-73fb05232545" providerId="ADAL" clId="{F489CEA1-A3E4-43CE-8F76-88357E082D4E}" dt="2025-09-07T11:43:58.109" v="6438" actId="47"/>
        <pc:sldMkLst>
          <pc:docMk/>
          <pc:sldMk cId="1357538225" sldId="606"/>
        </pc:sldMkLst>
      </pc:sldChg>
      <pc:sldChg chg="del">
        <pc:chgData name="Abd Alrhman Omar Hasan Alqiam" userId="60fcf1e6-18f4-4441-939d-73fb05232545" providerId="ADAL" clId="{F489CEA1-A3E4-43CE-8F76-88357E082D4E}" dt="2025-09-07T11:43:56.580" v="6437" actId="47"/>
        <pc:sldMkLst>
          <pc:docMk/>
          <pc:sldMk cId="3056792874" sldId="607"/>
        </pc:sldMkLst>
      </pc:sldChg>
      <pc:sldChg chg="del">
        <pc:chgData name="Abd Alrhman Omar Hasan Alqiam" userId="60fcf1e6-18f4-4441-939d-73fb05232545" providerId="ADAL" clId="{F489CEA1-A3E4-43CE-8F76-88357E082D4E}" dt="2025-09-07T11:44:07.937" v="6445" actId="47"/>
        <pc:sldMkLst>
          <pc:docMk/>
          <pc:sldMk cId="1720850062" sldId="608"/>
        </pc:sldMkLst>
      </pc:sldChg>
      <pc:sldChg chg="del">
        <pc:chgData name="Abd Alrhman Omar Hasan Alqiam" userId="60fcf1e6-18f4-4441-939d-73fb05232545" providerId="ADAL" clId="{F489CEA1-A3E4-43CE-8F76-88357E082D4E}" dt="2025-09-07T11:43:32.685" v="6419" actId="47"/>
        <pc:sldMkLst>
          <pc:docMk/>
          <pc:sldMk cId="1222194947" sldId="610"/>
        </pc:sldMkLst>
      </pc:sldChg>
      <pc:sldChg chg="del">
        <pc:chgData name="Abd Alrhman Omar Hasan Alqiam" userId="60fcf1e6-18f4-4441-939d-73fb05232545" providerId="ADAL" clId="{F489CEA1-A3E4-43CE-8F76-88357E082D4E}" dt="2025-09-07T11:43:33.042" v="6420" actId="47"/>
        <pc:sldMkLst>
          <pc:docMk/>
          <pc:sldMk cId="3986031767" sldId="611"/>
        </pc:sldMkLst>
      </pc:sldChg>
      <pc:sldChg chg="del">
        <pc:chgData name="Abd Alrhman Omar Hasan Alqiam" userId="60fcf1e6-18f4-4441-939d-73fb05232545" providerId="ADAL" clId="{F489CEA1-A3E4-43CE-8F76-88357E082D4E}" dt="2025-09-07T11:43:55.927" v="6436" actId="47"/>
        <pc:sldMkLst>
          <pc:docMk/>
          <pc:sldMk cId="1598137474" sldId="613"/>
        </pc:sldMkLst>
      </pc:sldChg>
      <pc:sldChg chg="del">
        <pc:chgData name="Abd Alrhman Omar Hasan Alqiam" userId="60fcf1e6-18f4-4441-939d-73fb05232545" providerId="ADAL" clId="{F489CEA1-A3E4-43CE-8F76-88357E082D4E}" dt="2025-09-07T11:43:36.312" v="6425" actId="47"/>
        <pc:sldMkLst>
          <pc:docMk/>
          <pc:sldMk cId="239743467" sldId="614"/>
        </pc:sldMkLst>
      </pc:sldChg>
      <pc:sldChg chg="del">
        <pc:chgData name="Abd Alrhman Omar Hasan Alqiam" userId="60fcf1e6-18f4-4441-939d-73fb05232545" providerId="ADAL" clId="{F489CEA1-A3E4-43CE-8F76-88357E082D4E}" dt="2025-09-07T11:43:39.926" v="6428" actId="47"/>
        <pc:sldMkLst>
          <pc:docMk/>
          <pc:sldMk cId="3045177235" sldId="615"/>
        </pc:sldMkLst>
      </pc:sldChg>
      <pc:sldChg chg="del">
        <pc:chgData name="Abd Alrhman Omar Hasan Alqiam" userId="60fcf1e6-18f4-4441-939d-73fb05232545" providerId="ADAL" clId="{F489CEA1-A3E4-43CE-8F76-88357E082D4E}" dt="2025-09-07T11:43:50.273" v="6432" actId="47"/>
        <pc:sldMkLst>
          <pc:docMk/>
          <pc:sldMk cId="3407770933" sldId="616"/>
        </pc:sldMkLst>
      </pc:sldChg>
      <pc:sldChg chg="del">
        <pc:chgData name="Abd Alrhman Omar Hasan Alqiam" userId="60fcf1e6-18f4-4441-939d-73fb05232545" providerId="ADAL" clId="{F489CEA1-A3E4-43CE-8F76-88357E082D4E}" dt="2025-09-07T11:43:41.026" v="6430" actId="47"/>
        <pc:sldMkLst>
          <pc:docMk/>
          <pc:sldMk cId="2338297351" sldId="619"/>
        </pc:sldMkLst>
      </pc:sldChg>
      <pc:sldChg chg="del">
        <pc:chgData name="Abd Alrhman Omar Hasan Alqiam" userId="60fcf1e6-18f4-4441-939d-73fb05232545" providerId="ADAL" clId="{F489CEA1-A3E4-43CE-8F76-88357E082D4E}" dt="2025-09-07T11:44:07.545" v="6444" actId="47"/>
        <pc:sldMkLst>
          <pc:docMk/>
          <pc:sldMk cId="906420271" sldId="620"/>
        </pc:sldMkLst>
      </pc:sldChg>
      <pc:sldChg chg="del">
        <pc:chgData name="Abd Alrhman Omar Hasan Alqiam" userId="60fcf1e6-18f4-4441-939d-73fb05232545" providerId="ADAL" clId="{F489CEA1-A3E4-43CE-8F76-88357E082D4E}" dt="2025-09-07T11:43:39.084" v="6427" actId="47"/>
        <pc:sldMkLst>
          <pc:docMk/>
          <pc:sldMk cId="1003873440" sldId="621"/>
        </pc:sldMkLst>
      </pc:sldChg>
      <pc:sldChg chg="del">
        <pc:chgData name="Abd Alrhman Omar Hasan Alqiam" userId="60fcf1e6-18f4-4441-939d-73fb05232545" providerId="ADAL" clId="{F489CEA1-A3E4-43CE-8F76-88357E082D4E}" dt="2025-09-07T11:43:48.212" v="6431" actId="47"/>
        <pc:sldMkLst>
          <pc:docMk/>
          <pc:sldMk cId="2015479347" sldId="622"/>
        </pc:sldMkLst>
      </pc:sldChg>
      <pc:sldChg chg="del">
        <pc:chgData name="Abd Alrhman Omar Hasan Alqiam" userId="60fcf1e6-18f4-4441-939d-73fb05232545" providerId="ADAL" clId="{F489CEA1-A3E4-43CE-8F76-88357E082D4E}" dt="2025-09-07T11:44:07.008" v="6443" actId="47"/>
        <pc:sldMkLst>
          <pc:docMk/>
          <pc:sldMk cId="3837667646" sldId="623"/>
        </pc:sldMkLst>
      </pc:sldChg>
      <pc:sldChg chg="del">
        <pc:chgData name="Abd Alrhman Omar Hasan Alqiam" userId="60fcf1e6-18f4-4441-939d-73fb05232545" providerId="ADAL" clId="{F489CEA1-A3E4-43CE-8F76-88357E082D4E}" dt="2025-09-07T11:43:54.578" v="6435" actId="47"/>
        <pc:sldMkLst>
          <pc:docMk/>
          <pc:sldMk cId="849566252" sldId="624"/>
        </pc:sldMkLst>
      </pc:sldChg>
      <pc:sldChg chg="addSp modSp mod ord modAnim modNotesTx">
        <pc:chgData name="Abd Alrhman Omar Hasan Alqiam" userId="60fcf1e6-18f4-4441-939d-73fb05232545" providerId="ADAL" clId="{F489CEA1-A3E4-43CE-8F76-88357E082D4E}" dt="2025-09-06T23:33:14.139" v="2182" actId="20577"/>
        <pc:sldMkLst>
          <pc:docMk/>
          <pc:sldMk cId="3476735429" sldId="630"/>
        </pc:sldMkLst>
      </pc:sldChg>
      <pc:sldChg chg="del">
        <pc:chgData name="Abd Alrhman Omar Hasan Alqiam" userId="60fcf1e6-18f4-4441-939d-73fb05232545" providerId="ADAL" clId="{F489CEA1-A3E4-43CE-8F76-88357E082D4E}" dt="2025-09-07T11:43:51.460" v="6433" actId="47"/>
        <pc:sldMkLst>
          <pc:docMk/>
          <pc:sldMk cId="3357592120" sldId="634"/>
        </pc:sldMkLst>
      </pc:sldChg>
      <pc:sldChg chg="del">
        <pc:chgData name="Abd Alrhman Omar Hasan Alqiam" userId="60fcf1e6-18f4-4441-939d-73fb05232545" providerId="ADAL" clId="{F489CEA1-A3E4-43CE-8F76-88357E082D4E}" dt="2025-09-05T18:58:34.536" v="845" actId="47"/>
        <pc:sldMkLst>
          <pc:docMk/>
          <pc:sldMk cId="1081003820" sldId="635"/>
        </pc:sldMkLst>
      </pc:sldChg>
      <pc:sldChg chg="modNotesTx">
        <pc:chgData name="Abd Alrhman Omar Hasan Alqiam" userId="60fcf1e6-18f4-4441-939d-73fb05232545" providerId="ADAL" clId="{F489CEA1-A3E4-43CE-8F76-88357E082D4E}" dt="2025-09-07T11:07:10.969" v="3695" actId="20577"/>
        <pc:sldMkLst>
          <pc:docMk/>
          <pc:sldMk cId="401618456" sldId="637"/>
        </pc:sldMkLst>
      </pc:sldChg>
      <pc:sldChg chg="modSp ord modAnim modNotesTx">
        <pc:chgData name="Abd Alrhman Omar Hasan Alqiam" userId="60fcf1e6-18f4-4441-939d-73fb05232545" providerId="ADAL" clId="{F489CEA1-A3E4-43CE-8F76-88357E082D4E}" dt="2025-09-07T11:41:38.434" v="6163" actId="20577"/>
        <pc:sldMkLst>
          <pc:docMk/>
          <pc:sldMk cId="1603699133" sldId="638"/>
        </pc:sldMkLst>
      </pc:sldChg>
      <pc:sldChg chg="del">
        <pc:chgData name="Abd Alrhman Omar Hasan Alqiam" userId="60fcf1e6-18f4-4441-939d-73fb05232545" providerId="ADAL" clId="{F489CEA1-A3E4-43CE-8F76-88357E082D4E}" dt="2025-09-07T11:44:00.471" v="6440" actId="47"/>
        <pc:sldMkLst>
          <pc:docMk/>
          <pc:sldMk cId="3789796793" sldId="639"/>
        </pc:sldMkLst>
      </pc:sldChg>
      <pc:sldChg chg="del">
        <pc:chgData name="Abd Alrhman Omar Hasan Alqiam" userId="60fcf1e6-18f4-4441-939d-73fb05232545" providerId="ADAL" clId="{F489CEA1-A3E4-43CE-8F76-88357E082D4E}" dt="2025-09-07T11:44:14.689" v="6446" actId="47"/>
        <pc:sldMkLst>
          <pc:docMk/>
          <pc:sldMk cId="3918100127" sldId="640"/>
        </pc:sldMkLst>
      </pc:sldChg>
      <pc:sldChg chg="del">
        <pc:chgData name="Abd Alrhman Omar Hasan Alqiam" userId="60fcf1e6-18f4-4441-939d-73fb05232545" providerId="ADAL" clId="{F489CEA1-A3E4-43CE-8F76-88357E082D4E}" dt="2025-09-07T11:44:01.067" v="6441" actId="47"/>
        <pc:sldMkLst>
          <pc:docMk/>
          <pc:sldMk cId="645967864" sldId="641"/>
        </pc:sldMkLst>
      </pc:sldChg>
      <pc:sldChg chg="modNotesTx">
        <pc:chgData name="Abd Alrhman Omar Hasan Alqiam" userId="60fcf1e6-18f4-4441-939d-73fb05232545" providerId="ADAL" clId="{F489CEA1-A3E4-43CE-8F76-88357E082D4E}" dt="2025-09-07T11:53:46.158" v="6689" actId="20577"/>
        <pc:sldMkLst>
          <pc:docMk/>
          <pc:sldMk cId="3344092253" sldId="642"/>
        </pc:sldMkLst>
      </pc:sldChg>
      <pc:sldChg chg="del">
        <pc:chgData name="Abd Alrhman Omar Hasan Alqiam" userId="60fcf1e6-18f4-4441-939d-73fb05232545" providerId="ADAL" clId="{F489CEA1-A3E4-43CE-8F76-88357E082D4E}" dt="2025-09-07T11:44:03.579" v="6442" actId="47"/>
        <pc:sldMkLst>
          <pc:docMk/>
          <pc:sldMk cId="3206656961" sldId="643"/>
        </pc:sldMkLst>
      </pc:sldChg>
      <pc:sldChg chg="modNotesTx">
        <pc:chgData name="Abd Alrhman Omar Hasan Alqiam" userId="60fcf1e6-18f4-4441-939d-73fb05232545" providerId="ADAL" clId="{F489CEA1-A3E4-43CE-8F76-88357E082D4E}" dt="2025-09-07T11:58:20.396" v="6820" actId="20577"/>
        <pc:sldMkLst>
          <pc:docMk/>
          <pc:sldMk cId="3905225438" sldId="644"/>
        </pc:sldMkLst>
      </pc:sldChg>
      <pc:sldChg chg="addSp delSp modSp mod ord modAnim modNotesTx">
        <pc:chgData name="Abd Alrhman Omar Hasan Alqiam" userId="60fcf1e6-18f4-4441-939d-73fb05232545" providerId="ADAL" clId="{F489CEA1-A3E4-43CE-8F76-88357E082D4E}" dt="2025-09-07T11:10:33.444" v="3881"/>
        <pc:sldMkLst>
          <pc:docMk/>
          <pc:sldMk cId="34726194" sldId="645"/>
        </pc:sldMkLst>
      </pc:sldChg>
      <pc:sldChg chg="addSp delSp modSp mod addAnim delAnim modAnim modNotesTx">
        <pc:chgData name="Abd Alrhman Omar Hasan Alqiam" userId="60fcf1e6-18f4-4441-939d-73fb05232545" providerId="ADAL" clId="{F489CEA1-A3E4-43CE-8F76-88357E082D4E}" dt="2025-09-07T11:22:41.567" v="4842" actId="20577"/>
        <pc:sldMkLst>
          <pc:docMk/>
          <pc:sldMk cId="178516830" sldId="646"/>
        </pc:sldMkLst>
      </pc:sldChg>
      <pc:sldChg chg="modAnim modNotesTx">
        <pc:chgData name="Abd Alrhman Omar Hasan Alqiam" userId="60fcf1e6-18f4-4441-939d-73fb05232545" providerId="ADAL" clId="{F489CEA1-A3E4-43CE-8F76-88357E082D4E}" dt="2025-09-07T11:54:16.751" v="6703" actId="20577"/>
        <pc:sldMkLst>
          <pc:docMk/>
          <pc:sldMk cId="2616060304" sldId="647"/>
        </pc:sldMkLst>
      </pc:sldChg>
      <pc:sldChg chg="add del modAnim">
        <pc:chgData name="Abd Alrhman Omar Hasan Alqiam" userId="60fcf1e6-18f4-4441-939d-73fb05232545" providerId="ADAL" clId="{F489CEA1-A3E4-43CE-8F76-88357E082D4E}" dt="2025-09-05T17:18:09.336" v="96" actId="47"/>
        <pc:sldMkLst>
          <pc:docMk/>
          <pc:sldMk cId="3225180697" sldId="648"/>
        </pc:sldMkLst>
      </pc:sldChg>
      <pc:sldChg chg="new del">
        <pc:chgData name="Abd Alrhman Omar Hasan Alqiam" userId="60fcf1e6-18f4-4441-939d-73fb05232545" providerId="ADAL" clId="{F489CEA1-A3E4-43CE-8F76-88357E082D4E}" dt="2025-09-07T11:44:15.256" v="6447" actId="47"/>
        <pc:sldMkLst>
          <pc:docMk/>
          <pc:sldMk cId="3594362683" sldId="648"/>
        </pc:sldMkLst>
      </pc:sldChg>
      <pc:sldChg chg="modSp add del modTransition modAnim">
        <pc:chgData name="Abd Alrhman Omar Hasan Alqiam" userId="60fcf1e6-18f4-4441-939d-73fb05232545" providerId="ADAL" clId="{F489CEA1-A3E4-43CE-8F76-88357E082D4E}" dt="2025-09-05T17:18:10.670" v="97" actId="47"/>
        <pc:sldMkLst>
          <pc:docMk/>
          <pc:sldMk cId="103867247" sldId="649"/>
        </pc:sldMkLst>
      </pc:sldChg>
    </pc:docChg>
  </pc:docChgLst>
  <pc:docChgLst>
    <pc:chgData name="Abd Alrhman Omar Hasan Alqiam" userId="60fcf1e6-18f4-4441-939d-73fb05232545" providerId="ADAL" clId="{B0066592-8ECA-421A-BDBB-2CDA149A8D20}"/>
    <pc:docChg chg="modSld">
      <pc:chgData name="Abd Alrhman Omar Hasan Alqiam" userId="60fcf1e6-18f4-4441-939d-73fb05232545" providerId="ADAL" clId="{B0066592-8ECA-421A-BDBB-2CDA149A8D20}" dt="2025-09-08T07:46:20.130" v="185" actId="20577"/>
      <pc:docMkLst>
        <pc:docMk/>
      </pc:docMkLst>
      <pc:sldChg chg="modNotesTx">
        <pc:chgData name="Abd Alrhman Omar Hasan Alqiam" userId="60fcf1e6-18f4-4441-939d-73fb05232545" providerId="ADAL" clId="{B0066592-8ECA-421A-BDBB-2CDA149A8D20}" dt="2025-09-08T07:46:20.130" v="185" actId="20577"/>
        <pc:sldMkLst>
          <pc:docMk/>
          <pc:sldMk cId="3989382382" sldId="584"/>
        </pc:sldMkLst>
      </pc:sldChg>
      <pc:sldChg chg="modSp">
        <pc:chgData name="Abd Alrhman Omar Hasan Alqiam" userId="60fcf1e6-18f4-4441-939d-73fb05232545" providerId="ADAL" clId="{B0066592-8ECA-421A-BDBB-2CDA149A8D20}" dt="2025-09-07T15:32:55.010" v="10" actId="20577"/>
        <pc:sldMkLst>
          <pc:docMk/>
          <pc:sldMk cId="2432322304" sldId="590"/>
        </pc:sldMkLst>
      </pc:sldChg>
      <pc:sldChg chg="modTransition">
        <pc:chgData name="Abd Alrhman Omar Hasan Alqiam" userId="60fcf1e6-18f4-4441-939d-73fb05232545" providerId="ADAL" clId="{B0066592-8ECA-421A-BDBB-2CDA149A8D20}" dt="2025-09-08T07:36:16.234" v="89"/>
        <pc:sldMkLst>
          <pc:docMk/>
          <pc:sldMk cId="2877042176" sldId="596"/>
        </pc:sldMkLst>
      </pc:sldChg>
      <pc:sldChg chg="modSp mod modAnim">
        <pc:chgData name="Abd Alrhman Omar Hasan Alqiam" userId="60fcf1e6-18f4-4441-939d-73fb05232545" providerId="ADAL" clId="{B0066592-8ECA-421A-BDBB-2CDA149A8D20}" dt="2025-09-08T07:12:57.694" v="29" actId="1037"/>
        <pc:sldMkLst>
          <pc:docMk/>
          <pc:sldMk cId="4190404448" sldId="602"/>
        </pc:sldMkLst>
      </pc:sldChg>
      <pc:sldChg chg="modNotesTx">
        <pc:chgData name="Abd Alrhman Omar Hasan Alqiam" userId="60fcf1e6-18f4-4441-939d-73fb05232545" providerId="ADAL" clId="{B0066592-8ECA-421A-BDBB-2CDA149A8D20}" dt="2025-09-08T07:21:34.683" v="88" actId="20577"/>
        <pc:sldMkLst>
          <pc:docMk/>
          <pc:sldMk cId="401618456" sldId="637"/>
        </pc:sldMkLst>
      </pc:sldChg>
      <pc:sldChg chg="modNotesTx">
        <pc:chgData name="Abd Alrhman Omar Hasan Alqiam" userId="60fcf1e6-18f4-4441-939d-73fb05232545" providerId="ADAL" clId="{B0066592-8ECA-421A-BDBB-2CDA149A8D20}" dt="2025-09-08T07:14:57.301" v="66" actId="20577"/>
        <pc:sldMkLst>
          <pc:docMk/>
          <pc:sldMk cId="3344092253" sldId="642"/>
        </pc:sldMkLst>
      </pc:sldChg>
      <pc:sldChg chg="modSp modNotesTx">
        <pc:chgData name="Abd Alrhman Omar Hasan Alqiam" userId="60fcf1e6-18f4-4441-939d-73fb05232545" providerId="ADAL" clId="{B0066592-8ECA-421A-BDBB-2CDA149A8D20}" dt="2025-09-08T07:20:27.645" v="76" actId="20577"/>
        <pc:sldMkLst>
          <pc:docMk/>
          <pc:sldMk cId="3905225438" sldId="644"/>
        </pc:sldMkLst>
      </pc:sldChg>
      <pc:sldChg chg="modNotesTx">
        <pc:chgData name="Abd Alrhman Omar Hasan Alqiam" userId="60fcf1e6-18f4-4441-939d-73fb05232545" providerId="ADAL" clId="{B0066592-8ECA-421A-BDBB-2CDA149A8D20}" dt="2025-09-08T07:02:10.561" v="11" actId="20577"/>
        <pc:sldMkLst>
          <pc:docMk/>
          <pc:sldMk cId="34726194" sldId="645"/>
        </pc:sldMkLst>
      </pc:sldChg>
    </pc:docChg>
  </pc:docChgLst>
  <pc:docChgLst>
    <pc:chgData name="Abd Alrhman Omar Hasan Alqiam" userId="60fcf1e6-18f4-4441-939d-73fb05232545" providerId="ADAL" clId="{6D1B753B-D59D-4826-AA07-D98C85B54CAD}"/>
    <pc:docChg chg="modSld">
      <pc:chgData name="Abd Alrhman Omar Hasan Alqiam" userId="60fcf1e6-18f4-4441-939d-73fb05232545" providerId="ADAL" clId="{6D1B753B-D59D-4826-AA07-D98C85B54CAD}" dt="2026-07-23T01:32:44.968" v="20" actId="20577"/>
      <pc:docMkLst>
        <pc:docMk/>
      </pc:docMkLst>
      <pc:sldChg chg="modNotesTx">
        <pc:chgData name="Abd Alrhman Omar Hasan Alqiam" userId="60fcf1e6-18f4-4441-939d-73fb05232545" providerId="ADAL" clId="{6D1B753B-D59D-4826-AA07-D98C85B54CAD}" dt="2026-07-23T01:32:33.416" v="14" actId="20577"/>
        <pc:sldMkLst>
          <pc:docMk/>
          <pc:sldMk cId="257104987" sldId="505"/>
        </pc:sldMkLst>
      </pc:sldChg>
      <pc:sldChg chg="modNotesTx">
        <pc:chgData name="Abd Alrhman Omar Hasan Alqiam" userId="60fcf1e6-18f4-4441-939d-73fb05232545" providerId="ADAL" clId="{6D1B753B-D59D-4826-AA07-D98C85B54CAD}" dt="2026-07-23T01:32:35.550" v="15" actId="20577"/>
        <pc:sldMkLst>
          <pc:docMk/>
          <pc:sldMk cId="206541027" sldId="554"/>
        </pc:sldMkLst>
      </pc:sldChg>
      <pc:sldChg chg="modNotesTx">
        <pc:chgData name="Abd Alrhman Omar Hasan Alqiam" userId="60fcf1e6-18f4-4441-939d-73fb05232545" providerId="ADAL" clId="{6D1B753B-D59D-4826-AA07-D98C85B54CAD}" dt="2026-07-23T01:32:20.364" v="7" actId="20577"/>
        <pc:sldMkLst>
          <pc:docMk/>
          <pc:sldMk cId="2728381346" sldId="564"/>
        </pc:sldMkLst>
      </pc:sldChg>
      <pc:sldChg chg="modNotesTx">
        <pc:chgData name="Abd Alrhman Omar Hasan Alqiam" userId="60fcf1e6-18f4-4441-939d-73fb05232545" providerId="ADAL" clId="{6D1B753B-D59D-4826-AA07-D98C85B54CAD}" dt="2026-07-23T01:32:10.735" v="2" actId="20577"/>
        <pc:sldMkLst>
          <pc:docMk/>
          <pc:sldMk cId="1625367817" sldId="567"/>
        </pc:sldMkLst>
      </pc:sldChg>
      <pc:sldChg chg="modNotesTx">
        <pc:chgData name="Abd Alrhman Omar Hasan Alqiam" userId="60fcf1e6-18f4-4441-939d-73fb05232545" providerId="ADAL" clId="{6D1B753B-D59D-4826-AA07-D98C85B54CAD}" dt="2026-07-23T01:32:22.070" v="8" actId="20577"/>
        <pc:sldMkLst>
          <pc:docMk/>
          <pc:sldMk cId="4102163601" sldId="574"/>
        </pc:sldMkLst>
      </pc:sldChg>
      <pc:sldChg chg="modNotesTx">
        <pc:chgData name="Abd Alrhman Omar Hasan Alqiam" userId="60fcf1e6-18f4-4441-939d-73fb05232545" providerId="ADAL" clId="{6D1B753B-D59D-4826-AA07-D98C85B54CAD}" dt="2026-07-23T01:32:08.956" v="1" actId="20577"/>
        <pc:sldMkLst>
          <pc:docMk/>
          <pc:sldMk cId="3982342408" sldId="580"/>
        </pc:sldMkLst>
      </pc:sldChg>
      <pc:sldChg chg="modNotesTx">
        <pc:chgData name="Abd Alrhman Omar Hasan Alqiam" userId="60fcf1e6-18f4-4441-939d-73fb05232545" providerId="ADAL" clId="{6D1B753B-D59D-4826-AA07-D98C85B54CAD}" dt="2026-07-23T01:32:39.053" v="17" actId="20577"/>
        <pc:sldMkLst>
          <pc:docMk/>
          <pc:sldMk cId="3989382382" sldId="584"/>
        </pc:sldMkLst>
      </pc:sldChg>
      <pc:sldChg chg="modNotesTx">
        <pc:chgData name="Abd Alrhman Omar Hasan Alqiam" userId="60fcf1e6-18f4-4441-939d-73fb05232545" providerId="ADAL" clId="{6D1B753B-D59D-4826-AA07-D98C85B54CAD}" dt="2026-07-23T01:32:40.625" v="18" actId="20577"/>
        <pc:sldMkLst>
          <pc:docMk/>
          <pc:sldMk cId="2432322304" sldId="590"/>
        </pc:sldMkLst>
      </pc:sldChg>
      <pc:sldChg chg="modNotesTx">
        <pc:chgData name="Abd Alrhman Omar Hasan Alqiam" userId="60fcf1e6-18f4-4441-939d-73fb05232545" providerId="ADAL" clId="{6D1B753B-D59D-4826-AA07-D98C85B54CAD}" dt="2026-07-23T01:32:44.968" v="20" actId="20577"/>
        <pc:sldMkLst>
          <pc:docMk/>
          <pc:sldMk cId="839061195" sldId="594"/>
        </pc:sldMkLst>
      </pc:sldChg>
      <pc:sldChg chg="modNotesTx">
        <pc:chgData name="Abd Alrhman Omar Hasan Alqiam" userId="60fcf1e6-18f4-4441-939d-73fb05232545" providerId="ADAL" clId="{6D1B753B-D59D-4826-AA07-D98C85B54CAD}" dt="2026-07-23T01:32:06.746" v="0" actId="20577"/>
        <pc:sldMkLst>
          <pc:docMk/>
          <pc:sldMk cId="2877042176" sldId="596"/>
        </pc:sldMkLst>
      </pc:sldChg>
      <pc:sldChg chg="modNotesTx">
        <pc:chgData name="Abd Alrhman Omar Hasan Alqiam" userId="60fcf1e6-18f4-4441-939d-73fb05232545" providerId="ADAL" clId="{6D1B753B-D59D-4826-AA07-D98C85B54CAD}" dt="2026-07-23T01:32:23.616" v="9" actId="20577"/>
        <pc:sldMkLst>
          <pc:docMk/>
          <pc:sldMk cId="1776656239" sldId="597"/>
        </pc:sldMkLst>
      </pc:sldChg>
      <pc:sldChg chg="modNotesTx">
        <pc:chgData name="Abd Alrhman Omar Hasan Alqiam" userId="60fcf1e6-18f4-4441-939d-73fb05232545" providerId="ADAL" clId="{6D1B753B-D59D-4826-AA07-D98C85B54CAD}" dt="2026-07-23T01:32:12.543" v="3" actId="20577"/>
        <pc:sldMkLst>
          <pc:docMk/>
          <pc:sldMk cId="4190404448" sldId="602"/>
        </pc:sldMkLst>
      </pc:sldChg>
      <pc:sldChg chg="modNotesTx">
        <pc:chgData name="Abd Alrhman Omar Hasan Alqiam" userId="60fcf1e6-18f4-4441-939d-73fb05232545" providerId="ADAL" clId="{6D1B753B-D59D-4826-AA07-D98C85B54CAD}" dt="2026-07-23T01:32:14.122" v="4" actId="20577"/>
        <pc:sldMkLst>
          <pc:docMk/>
          <pc:sldMk cId="1584339393" sldId="604"/>
        </pc:sldMkLst>
      </pc:sldChg>
      <pc:sldChg chg="modNotesTx">
        <pc:chgData name="Abd Alrhman Omar Hasan Alqiam" userId="60fcf1e6-18f4-4441-939d-73fb05232545" providerId="ADAL" clId="{6D1B753B-D59D-4826-AA07-D98C85B54CAD}" dt="2026-07-23T01:32:29.840" v="12" actId="20577"/>
        <pc:sldMkLst>
          <pc:docMk/>
          <pc:sldMk cId="3476735429" sldId="630"/>
        </pc:sldMkLst>
      </pc:sldChg>
      <pc:sldChg chg="modNotesTx">
        <pc:chgData name="Abd Alrhman Omar Hasan Alqiam" userId="60fcf1e6-18f4-4441-939d-73fb05232545" providerId="ADAL" clId="{6D1B753B-D59D-4826-AA07-D98C85B54CAD}" dt="2026-07-23T01:32:27.494" v="11" actId="20577"/>
        <pc:sldMkLst>
          <pc:docMk/>
          <pc:sldMk cId="401618456" sldId="637"/>
        </pc:sldMkLst>
      </pc:sldChg>
      <pc:sldChg chg="modNotesTx">
        <pc:chgData name="Abd Alrhman Omar Hasan Alqiam" userId="60fcf1e6-18f4-4441-939d-73fb05232545" providerId="ADAL" clId="{6D1B753B-D59D-4826-AA07-D98C85B54CAD}" dt="2026-07-23T01:32:43.115" v="19" actId="20577"/>
        <pc:sldMkLst>
          <pc:docMk/>
          <pc:sldMk cId="1603699133" sldId="638"/>
        </pc:sldMkLst>
      </pc:sldChg>
      <pc:sldChg chg="modNotesTx">
        <pc:chgData name="Abd Alrhman Omar Hasan Alqiam" userId="60fcf1e6-18f4-4441-939d-73fb05232545" providerId="ADAL" clId="{6D1B753B-D59D-4826-AA07-D98C85B54CAD}" dt="2026-07-23T01:32:16.487" v="5" actId="20577"/>
        <pc:sldMkLst>
          <pc:docMk/>
          <pc:sldMk cId="3344092253" sldId="642"/>
        </pc:sldMkLst>
      </pc:sldChg>
      <pc:sldChg chg="modNotesTx">
        <pc:chgData name="Abd Alrhman Omar Hasan Alqiam" userId="60fcf1e6-18f4-4441-939d-73fb05232545" providerId="ADAL" clId="{6D1B753B-D59D-4826-AA07-D98C85B54CAD}" dt="2026-07-23T01:32:25.855" v="10" actId="20577"/>
        <pc:sldMkLst>
          <pc:docMk/>
          <pc:sldMk cId="3905225438" sldId="644"/>
        </pc:sldMkLst>
      </pc:sldChg>
      <pc:sldChg chg="modNotesTx">
        <pc:chgData name="Abd Alrhman Omar Hasan Alqiam" userId="60fcf1e6-18f4-4441-939d-73fb05232545" providerId="ADAL" clId="{6D1B753B-D59D-4826-AA07-D98C85B54CAD}" dt="2026-07-23T01:32:31.407" v="13" actId="20577"/>
        <pc:sldMkLst>
          <pc:docMk/>
          <pc:sldMk cId="34726194" sldId="645"/>
        </pc:sldMkLst>
      </pc:sldChg>
      <pc:sldChg chg="modNotesTx">
        <pc:chgData name="Abd Alrhman Omar Hasan Alqiam" userId="60fcf1e6-18f4-4441-939d-73fb05232545" providerId="ADAL" clId="{6D1B753B-D59D-4826-AA07-D98C85B54CAD}" dt="2026-07-23T01:32:37.038" v="16" actId="20577"/>
        <pc:sldMkLst>
          <pc:docMk/>
          <pc:sldMk cId="178516830" sldId="646"/>
        </pc:sldMkLst>
      </pc:sldChg>
      <pc:sldChg chg="modNotesTx">
        <pc:chgData name="Abd Alrhman Omar Hasan Alqiam" userId="60fcf1e6-18f4-4441-939d-73fb05232545" providerId="ADAL" clId="{6D1B753B-D59D-4826-AA07-D98C85B54CAD}" dt="2026-07-23T01:32:18.075" v="6" actId="20577"/>
        <pc:sldMkLst>
          <pc:docMk/>
          <pc:sldMk cId="2616060304" sldId="64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6F3B2286-B707-409C-9570-88C4B0681256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A3C83581-9995-448A-87E6-BCC1957CA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58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06408-D4FD-1BB8-6DBF-0FE353A2B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378B30-6201-9644-CBE8-51473B7C78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FC68E5-A11B-7E36-ACF7-272E2D208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66612">
              <a:defRPr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9EA9C-B023-AB00-F079-3979245D25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09081-B7FA-A04B-B993-AC391D466E5E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063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B106C-2A1F-01F8-FB4A-8F300133E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F6CBE1-39B0-D35F-9BD6-31CDB9935B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707AB2-5F8F-1574-BAE6-99D9EB93E0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46"/>
              </a:spcAft>
              <a:buClrTx/>
              <a:buSzTx/>
              <a:buFontTx/>
              <a:buNone/>
              <a:tabLst/>
              <a:defRPr/>
            </a:pPr>
            <a:endParaRPr lang="en-US" sz="2000" b="0" dirty="0">
              <a:latin typeface="Rockwell" panose="02060603020205020403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7C8AC-5F32-8A79-E347-0A49A16970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09081-B7FA-A04B-B993-AC391D466E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020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FE58B-847E-D820-0C31-9109BD769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8AF512-E13A-0885-5D27-C07080241A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05CE4C-C533-6FD6-75A8-4C21DD730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46"/>
              </a:spcAft>
            </a:pPr>
            <a:endParaRPr lang="en-US" sz="19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1D6DD-05DF-AD37-8359-4FAD571182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09081-B7FA-A04B-B993-AC391D466E5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696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B6A55-B912-FE30-B50E-E6692F3A7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B97336-0A96-58CB-5920-FF775E050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8F48A0-F491-54EE-0276-C5F33D455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46"/>
              </a:spcAft>
            </a:pPr>
            <a:endParaRPr lang="en-US" sz="1900" b="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B7815-DABC-4F0A-6898-1DAE335587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09081-B7FA-A04B-B993-AC391D466E5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756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649C6-DCAC-4341-8F97-125CD4C97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784F5D-1DC4-6C4E-3CA3-06F143E953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6BA106-CEEC-3ECD-2ADC-F2169BCDB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107000"/>
              </a:lnSpc>
              <a:spcAft>
                <a:spcPts val="846"/>
              </a:spcAft>
            </a:pPr>
            <a:endParaRPr lang="en-US" sz="1900" b="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25DE4-65D1-994A-F728-2ED870D423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09081-B7FA-A04B-B993-AC391D466E5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920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4342B-24C2-2A96-FD0F-EFF360125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3BEB90-40E8-A36A-FD6B-44DF0F4B6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04612C-E171-434B-81B4-748D59AC6E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9DE17-8A80-61C7-B441-B0AE086725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C83581-9995-448A-87E6-BCC1957CAF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825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8C706-3C21-C60D-1E40-A68090651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737A4E-9DE2-6A4C-C273-65A9DDE8FC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2DA9A2-9888-46C6-C723-4AC288EB7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A32B8-3EBE-1573-F179-E871040446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C83581-9995-448A-87E6-BCC1957CAF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4567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8FB7B-F9CB-3BF6-9AE8-4990F0A54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C38112-4D84-BD19-2FB1-B63EB7A0D8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39B733-6536-1EAC-591C-C40CC87B27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609CE-ECDA-64D4-D81F-E90AD5D95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C83581-9995-448A-87E6-BCC1957CAF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3699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5ACE9-9BDE-39E4-51DF-A2DFBDD0B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35A5DE-1892-F173-440D-06E62B8DAA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3FE08F-BCA1-804B-F718-D0F12E0DD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46"/>
              </a:spcAft>
            </a:pPr>
            <a:endParaRPr lang="en-US" sz="1900" b="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5A1DE-1F1D-9163-A560-DC97AEF2D6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09081-B7FA-A04B-B993-AC391D466E5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421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227F9-0BAB-FAA4-5884-26EE87646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D306BB-1332-8FA4-3DEF-2CB7BC8B2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0099BD-3AA4-E143-2920-42F0E691FF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46"/>
              </a:spcAft>
            </a:pPr>
            <a:endParaRPr lang="en-US" sz="1900" b="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CF91B-04F0-3AFC-8779-4181CB54D5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09081-B7FA-A04B-B993-AC391D466E5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5729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96531-97E2-864A-0FDC-0F01DDE2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DCC8F2-ED22-8A88-AB2C-AFD3122B68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16031F-F112-E2A6-72F1-D1722E96F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46"/>
              </a:spcAft>
              <a:buClrTx/>
              <a:buSzTx/>
              <a:buFontTx/>
              <a:buNone/>
              <a:tabLst/>
              <a:defRPr/>
            </a:pPr>
            <a:endParaRPr lang="en-US" sz="1900" b="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C8FF9-3254-C8B3-704F-BFC0EB5411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09081-B7FA-A04B-B993-AC391D466E5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7659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55D4B-ECD6-3DD6-F9D6-642CBF2D5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B125FB-4DFE-3274-CED8-BA3CBA56AF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037350-68C0-317F-37EF-F7F4580D0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46"/>
              </a:spcAft>
            </a:pPr>
            <a:endParaRPr lang="en-US" sz="1900" b="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459D1-BECF-68B8-987E-38A3BE3D86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09081-B7FA-A04B-B993-AC391D466E5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7564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13504-5125-27B5-FD0B-3E935EADF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90E001-29B7-6436-4D5D-90F044244D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65F350-0F6C-02A9-441F-03502D5AA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46"/>
              </a:spcAft>
            </a:pPr>
            <a:endParaRPr lang="en-US" sz="1900" b="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691E2-6DB7-E8DD-46AA-A01C779A8E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09081-B7FA-A04B-B993-AC391D466E5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5428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A2D8C-A8B5-53CD-F9CE-9CF92360E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F8EAB0-68A6-0D06-3147-05C9786A1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FBA634B3-9BCB-9052-6850-E7331BF77FE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n-US" sz="1200" dirty="0">
                  <a:latin typeface="Rockwell" panose="02060603020205020403" pitchFamily="18" charset="77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6B73C87F-6A15-F8AB-7673-6C351B3F25A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200" dirty="0">
                    <a:latin typeface="Rockwell" panose="02060603020205020403" pitchFamily="18" charset="77"/>
                    <a:sym typeface="Wingdings" panose="05000000000000000000" pitchFamily="2" charset="2"/>
                  </a:rPr>
                  <a:t>Literature of multi-objective ML assume equal importance of tasks to be learned. This breaks in multi-class TE.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200" dirty="0">
                    <a:latin typeface="Rockwell" panose="02060603020205020403" pitchFamily="18" charset="77"/>
                    <a:sym typeface="Wingdings" panose="05000000000000000000" pitchFamily="2" charset="2"/>
                  </a:rPr>
                  <a:t>(CLICK) After obtaining gradients for Stage #1 and Stage #2 (denoted as </a:t>
                </a:r>
                <a:r>
                  <a:rPr lang="en-US" sz="1200" b="0" i="0">
                    <a:latin typeface="Cambria Math" panose="02040503050406030204" pitchFamily="18" charset="0"/>
                    <a:sym typeface="Wingdings" panose="05000000000000000000" pitchFamily="2" charset="2"/>
                  </a:rPr>
                  <a:t>𝑔_1</a:t>
                </a:r>
                <a:r>
                  <a:rPr lang="en-US" sz="1200" dirty="0">
                    <a:latin typeface="Rockwell" panose="02060603020205020403" pitchFamily="18" charset="77"/>
                    <a:sym typeface="Wingdings" panose="05000000000000000000" pitchFamily="2" charset="2"/>
                  </a:rPr>
                  <a:t> and</a:t>
                </a:r>
                <a:r>
                  <a:rPr lang="en-US" sz="1200" b="0" i="0">
                    <a:latin typeface="Cambria Math" panose="02040503050406030204" pitchFamily="18" charset="0"/>
                    <a:sym typeface="Wingdings" panose="05000000000000000000" pitchFamily="2" charset="2"/>
                  </a:rPr>
                  <a:t> 𝑔_2</a:t>
                </a:r>
                <a:r>
                  <a:rPr lang="en-US" sz="1200" b="0" dirty="0">
                    <a:latin typeface="Rockwell" panose="02060603020205020403" pitchFamily="18" charset="77"/>
                    <a:sym typeface="Wingdings" panose="05000000000000000000" pitchFamily="2" charset="2"/>
                  </a:rPr>
                  <a:t>).</a:t>
                </a:r>
                <a:endParaRPr lang="en-US" sz="1200" dirty="0">
                  <a:latin typeface="Rockwell" panose="02060603020205020403" pitchFamily="18" charset="77"/>
                  <a:sym typeface="Wingdings" panose="05000000000000000000" pitchFamily="2" charset="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1200" dirty="0">
                    <a:latin typeface="Rockwell" panose="02060603020205020403" pitchFamily="18" charset="77"/>
                    <a:sym typeface="Wingdings" panose="05000000000000000000" pitchFamily="2" charset="2"/>
                  </a:rPr>
                  <a:t>(CLICK) We always project </a:t>
                </a:r>
                <a:r>
                  <a:rPr lang="en-US" sz="1200" i="0">
                    <a:latin typeface="Cambria Math" panose="02040503050406030204" pitchFamily="18" charset="0"/>
                    <a:sym typeface="Wingdings" panose="05000000000000000000" pitchFamily="2" charset="2"/>
                  </a:rPr>
                  <a:t>𝑔_</a:t>
                </a:r>
                <a:r>
                  <a:rPr lang="en-US" sz="1200" b="0" i="0">
                    <a:latin typeface="Cambria Math" panose="02040503050406030204" pitchFamily="18" charset="0"/>
                    <a:sym typeface="Wingdings" panose="05000000000000000000" pitchFamily="2" charset="2"/>
                  </a:rPr>
                  <a:t>2  </a:t>
                </a:r>
                <a:r>
                  <a:rPr lang="en-US" sz="1200" dirty="0">
                    <a:latin typeface="Rockwell" panose="02060603020205020403" pitchFamily="18" charset="77"/>
                    <a:sym typeface="Wingdings" panose="05000000000000000000" pitchFamily="2" charset="2"/>
                  </a:rPr>
                  <a:t>on the orthogonal subspace of </a:t>
                </a:r>
                <a:r>
                  <a:rPr lang="en-US" sz="1200" i="0">
                    <a:latin typeface="Cambria Math" panose="02040503050406030204" pitchFamily="18" charset="0"/>
                    <a:sym typeface="Wingdings" panose="05000000000000000000" pitchFamily="2" charset="2"/>
                  </a:rPr>
                  <a:t>𝑔_1</a:t>
                </a:r>
                <a:r>
                  <a:rPr lang="en-US" sz="1200" dirty="0">
                    <a:latin typeface="Rockwell" panose="02060603020205020403" pitchFamily="18" charset="77"/>
                    <a:sym typeface="Wingdings" panose="05000000000000000000" pitchFamily="2" charset="2"/>
                  </a:rPr>
                  <a:t>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200" dirty="0">
                    <a:latin typeface="Rockwell" panose="02060603020205020403" pitchFamily="18" charset="77"/>
                    <a:sym typeface="Wingdings" panose="05000000000000000000" pitchFamily="2" charset="2"/>
                  </a:rPr>
                  <a:t>(CLICK) i.e. remove components of </a:t>
                </a:r>
                <a:r>
                  <a:rPr lang="en-US" sz="1200" i="0">
                    <a:latin typeface="Cambria Math" panose="02040503050406030204" pitchFamily="18" charset="0"/>
                    <a:sym typeface="Wingdings" panose="05000000000000000000" pitchFamily="2" charset="2"/>
                  </a:rPr>
                  <a:t>𝑔_2</a:t>
                </a:r>
                <a:r>
                  <a:rPr lang="en-US" sz="1200" dirty="0">
                    <a:latin typeface="Rockwell" panose="02060603020205020403" pitchFamily="18" charset="77"/>
                    <a:sym typeface="Wingdings" panose="05000000000000000000" pitchFamily="2" charset="2"/>
                  </a:rPr>
                  <a:t> that interferes with </a:t>
                </a:r>
                <a:r>
                  <a:rPr lang="en-US" sz="1200" i="0">
                    <a:latin typeface="Cambria Math" panose="02040503050406030204" pitchFamily="18" charset="0"/>
                    <a:sym typeface="Wingdings" panose="05000000000000000000" pitchFamily="2" charset="2"/>
                  </a:rPr>
                  <a:t>𝑔_1</a:t>
                </a:r>
                <a:r>
                  <a:rPr lang="en-US" sz="1200" dirty="0">
                    <a:latin typeface="Rockwell" panose="02060603020205020403" pitchFamily="18" charset="77"/>
                    <a:sym typeface="Wingdings" panose="05000000000000000000" pitchFamily="2" charset="2"/>
                  </a:rPr>
                  <a:t>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200" dirty="0">
                    <a:latin typeface="Rockwell" panose="02060603020205020403" pitchFamily="18" charset="77"/>
                    <a:sym typeface="Wingdings" panose="05000000000000000000" pitchFamily="2" charset="2"/>
                  </a:rPr>
                  <a:t>(CLICK) For example, assume g1 are g2 are conflicting, we decompose g2 into two components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200" dirty="0">
                    <a:latin typeface="Rockwell" panose="02060603020205020403" pitchFamily="18" charset="77"/>
                    <a:sym typeface="Wingdings" panose="05000000000000000000" pitchFamily="2" charset="2"/>
                  </a:rPr>
                  <a:t>One parallel to g1, and one orthogonal to g1 and we only use the latter.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200" dirty="0">
                    <a:latin typeface="Rockwell" panose="02060603020205020403" pitchFamily="18" charset="77"/>
                    <a:sym typeface="Wingdings" panose="05000000000000000000" pitchFamily="2" charset="2"/>
                  </a:rPr>
                  <a:t>(CLICK) Note that if we don’t remove the parallel component in this example, it will counter-optimize first stage objective.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200" dirty="0">
                  <a:latin typeface="Rockwell" panose="02060603020205020403" pitchFamily="18" charset="77"/>
                  <a:sym typeface="Wingdings" panose="05000000000000000000" pitchFamily="2" charset="2"/>
                </a:endParaRP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A5F60-7575-0763-6BA1-BAA32A92A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C83581-9995-448A-87E6-BCC1957CAF0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1096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C83581-9995-448A-87E6-BCC1957CAF0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5666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C83581-9995-448A-87E6-BCC1957CAF0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202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3B933-75E4-2CBA-C2ED-D4A6643D7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3A6543-4FAC-1ADE-80CA-CC7E03DAB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682763-DCB6-BB31-D6F1-8A68232BEC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8707B-35A4-0370-A378-4718181D65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C83581-9995-448A-87E6-BCC1957CAF0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3612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377D3-7906-1461-E659-2E74544DB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A851D9-2631-0B64-60DF-6ABC6273F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5E19C3-7FF0-860E-9EAD-9D3042ECF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5D30B-A788-3B21-4704-1228D0A82E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C83581-9995-448A-87E6-BCC1957CAF0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80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ED737-8EB6-38E2-ECA5-7633D0BC7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96F613-0A84-1E6D-801F-68EC323154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444802-65D5-C0F0-218B-A0EBA114D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83307-1F7A-388F-4B00-AACB8C573E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C83581-9995-448A-87E6-BCC1957CAF0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7064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B36DB-F4B1-3E00-1E46-61347C871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CC6848-313F-13D7-7038-177328B7C1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66391E-829D-77CA-81FE-91B488733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4A121-F08D-A45B-A2FB-E4285978D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C83581-9995-448A-87E6-BCC1957CAF0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3070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BDBE4-C8F0-0998-139E-01867858B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B90C66-4851-451C-DD58-6C6257B71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EA1164-54F4-B7A1-D48B-4E4CE628E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E5998-F0FC-C3D7-2C3A-F13B7595F9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C83581-9995-448A-87E6-BCC1957CAF0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887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BB84D-4D43-4444-DB75-94D0F85F61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68E89D-B557-D5F1-F289-EAC0EC1B4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5C1D9-714D-D510-ABF6-572D0F1D6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3253D-2399-4887-8007-7CA4C7EE7663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5A889-DF06-1438-4627-237DD60D2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77693-28CA-298F-1298-3A0844CAD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5C2E-D5E5-4958-955B-26293B359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30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34B95-3610-8BEA-672B-93D9F9F96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1115F-157C-CB8D-4FA6-4D6F7272E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7041E-4057-6E17-4873-D5399379E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657B6-FDE9-4F1A-82FB-3E8FAB9F5472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D29AE-26D8-ADE2-C3CB-848C4342E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C3495-6B4D-B3EB-05A5-8F81F1F91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5C2E-D5E5-4958-955B-26293B359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44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9606A-8B5F-F963-7C36-99516A6CA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6B40D-56AA-A50E-BDEE-B9AA6F7DF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97C66-7A52-7FF8-AA3F-4A048230A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10E91-2617-4A63-8297-320F7B703EAB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59420-1DE6-B075-1CF0-A6C02F0F1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82503-6C33-6F34-AAA6-0CF6A722A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5C2E-D5E5-4958-955B-26293B359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713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68CD3-5C9B-9DC6-60DA-149DBC490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ABFD7-E973-120A-BC6D-22900BFF77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5C30A-E48D-693B-02D4-4AAEFC708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ECEE0-7178-95B4-FE68-E9CB4F38B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CC743-A093-4A53-86D9-7A2B4819E9B8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585EF6-EB43-5CAA-23DD-9757882C8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5EC67-AD94-7B4C-EAC5-9DA07D5BD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5C2E-D5E5-4958-955B-26293B359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766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7DD58-EA9B-9371-C54A-8ED969EC1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FF515-E527-A78E-CDFF-E0141274F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3EC9F9-51F7-CE3B-DB90-1BF224801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FDB48A-8B67-6B66-0D28-21B6EFDB18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22E09D-DB9F-8A36-96DE-D7EDC18D4B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1CF5F1-DA94-050C-D929-06B04B06E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41054-972A-4FCA-BBC7-9A9C88DBBD2F}" type="datetime1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ECFE85-6B43-C8AC-56B5-44714662F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F47AFD-A81C-C66A-BC76-297251C9E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5C2E-D5E5-4958-955B-26293B359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987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3F3D5-42E4-C9F6-480A-CE6711534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D6B3AA-19C9-9DF9-2ADE-829B9D0E4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5EDF7-E5E8-4CB2-B4EB-36D353BDCD96}" type="datetime1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E7C60A-14C4-A27E-4772-CAB979F62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8924B-798D-EBF6-38F2-0838120E6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5C2E-D5E5-4958-955B-26293B359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073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UJ 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304137-D690-00F3-4926-2F02B25FD5DE}"/>
              </a:ext>
            </a:extLst>
          </p:cNvPr>
          <p:cNvGrpSpPr/>
          <p:nvPr/>
        </p:nvGrpSpPr>
        <p:grpSpPr>
          <a:xfrm>
            <a:off x="-8551" y="6664817"/>
            <a:ext cx="12206990" cy="199622"/>
            <a:chOff x="-14990" y="3275150"/>
            <a:chExt cx="12206990" cy="47214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15C8649-FC0C-8B31-411E-52C5E04E449A}"/>
                </a:ext>
              </a:extLst>
            </p:cNvPr>
            <p:cNvSpPr/>
            <p:nvPr/>
          </p:nvSpPr>
          <p:spPr>
            <a:xfrm rot="16200000">
              <a:off x="588538" y="2671622"/>
              <a:ext cx="472141" cy="1679198"/>
            </a:xfrm>
            <a:prstGeom prst="rect">
              <a:avLst/>
            </a:prstGeom>
            <a:solidFill>
              <a:srgbClr val="B1810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CF798DD-E611-7813-9942-2A71117D691A}"/>
                </a:ext>
              </a:extLst>
            </p:cNvPr>
            <p:cNvSpPr/>
            <p:nvPr/>
          </p:nvSpPr>
          <p:spPr>
            <a:xfrm rot="16200000">
              <a:off x="6692033" y="-1752675"/>
              <a:ext cx="472141" cy="10527792"/>
            </a:xfrm>
            <a:prstGeom prst="rect">
              <a:avLst/>
            </a:prstGeom>
            <a:solidFill>
              <a:srgbClr val="BBA89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6DB52-8C63-981F-8554-750FA4A46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82064"/>
            <a:ext cx="2743200" cy="365125"/>
          </a:xfrm>
        </p:spPr>
        <p:txBody>
          <a:bodyPr/>
          <a:lstStyle>
            <a:lvl1pPr>
              <a:defRPr>
                <a:solidFill>
                  <a:schemeClr val="accent4">
                    <a:lumMod val="50000"/>
                  </a:schemeClr>
                </a:solidFill>
                <a:latin typeface="Rockwell" panose="02060603020205020403" pitchFamily="18" charset="0"/>
              </a:defRPr>
            </a:lvl1pPr>
          </a:lstStyle>
          <a:p>
            <a:fld id="{B1FA5C2E-D5E5-4958-955B-26293B3593F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9D9F647-8197-F539-ECBE-6D4EE99A3781}"/>
              </a:ext>
            </a:extLst>
          </p:cNvPr>
          <p:cNvGrpSpPr/>
          <p:nvPr/>
        </p:nvGrpSpPr>
        <p:grpSpPr>
          <a:xfrm>
            <a:off x="667512" y="453628"/>
            <a:ext cx="996696" cy="371856"/>
            <a:chOff x="667512" y="453628"/>
            <a:chExt cx="996696" cy="37185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83A051D-1C6A-4389-D313-C4CCAB615D95}"/>
                </a:ext>
              </a:extLst>
            </p:cNvPr>
            <p:cNvSpPr/>
            <p:nvPr/>
          </p:nvSpPr>
          <p:spPr>
            <a:xfrm rot="16200000">
              <a:off x="570738" y="550402"/>
              <a:ext cx="365760" cy="172212"/>
            </a:xfrm>
            <a:prstGeom prst="rect">
              <a:avLst/>
            </a:prstGeom>
            <a:solidFill>
              <a:srgbClr val="B1810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46051E0-5635-D8DF-2F54-A211AB7182D3}"/>
                </a:ext>
              </a:extLst>
            </p:cNvPr>
            <p:cNvSpPr/>
            <p:nvPr/>
          </p:nvSpPr>
          <p:spPr>
            <a:xfrm rot="16200000">
              <a:off x="1110996" y="272272"/>
              <a:ext cx="365760" cy="740664"/>
            </a:xfrm>
            <a:prstGeom prst="rect">
              <a:avLst/>
            </a:prstGeom>
            <a:solidFill>
              <a:srgbClr val="BBA89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0FA0DE6-E0DA-A1C6-9FBD-44FE88FDAAE5}"/>
              </a:ext>
            </a:extLst>
          </p:cNvPr>
          <p:cNvGrpSpPr/>
          <p:nvPr userDrawn="1"/>
        </p:nvGrpSpPr>
        <p:grpSpPr>
          <a:xfrm>
            <a:off x="-8551" y="6664817"/>
            <a:ext cx="12206990" cy="199622"/>
            <a:chOff x="-14990" y="3275150"/>
            <a:chExt cx="12206990" cy="47214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ABF0C56-3DE9-143E-4F3B-0F0AA5AB791A}"/>
                </a:ext>
              </a:extLst>
            </p:cNvPr>
            <p:cNvSpPr/>
            <p:nvPr userDrawn="1"/>
          </p:nvSpPr>
          <p:spPr>
            <a:xfrm rot="16200000">
              <a:off x="588538" y="2671622"/>
              <a:ext cx="472141" cy="1679198"/>
            </a:xfrm>
            <a:prstGeom prst="rect">
              <a:avLst/>
            </a:prstGeom>
            <a:solidFill>
              <a:srgbClr val="B1810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7453039-8738-F759-6210-6AC6622D2C7F}"/>
                </a:ext>
              </a:extLst>
            </p:cNvPr>
            <p:cNvSpPr/>
            <p:nvPr userDrawn="1"/>
          </p:nvSpPr>
          <p:spPr>
            <a:xfrm rot="16200000">
              <a:off x="6692033" y="-1752675"/>
              <a:ext cx="472141" cy="10527792"/>
            </a:xfrm>
            <a:prstGeom prst="rect">
              <a:avLst/>
            </a:prstGeom>
            <a:solidFill>
              <a:srgbClr val="BBA89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66BDD1C-E745-E1C6-7774-6C0D07CB097B}"/>
              </a:ext>
            </a:extLst>
          </p:cNvPr>
          <p:cNvGrpSpPr/>
          <p:nvPr userDrawn="1"/>
        </p:nvGrpSpPr>
        <p:grpSpPr>
          <a:xfrm>
            <a:off x="667512" y="453628"/>
            <a:ext cx="996696" cy="371856"/>
            <a:chOff x="667512" y="453628"/>
            <a:chExt cx="996696" cy="37185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4B0BB16-9C64-FF03-E07B-3D8C080454B8}"/>
                </a:ext>
              </a:extLst>
            </p:cNvPr>
            <p:cNvSpPr/>
            <p:nvPr userDrawn="1"/>
          </p:nvSpPr>
          <p:spPr>
            <a:xfrm rot="16200000">
              <a:off x="570738" y="550402"/>
              <a:ext cx="365760" cy="172212"/>
            </a:xfrm>
            <a:prstGeom prst="rect">
              <a:avLst/>
            </a:prstGeom>
            <a:solidFill>
              <a:srgbClr val="B1810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150A995-9EBB-729C-3019-BBA4D2894080}"/>
                </a:ext>
              </a:extLst>
            </p:cNvPr>
            <p:cNvSpPr/>
            <p:nvPr userDrawn="1"/>
          </p:nvSpPr>
          <p:spPr>
            <a:xfrm rot="16200000">
              <a:off x="1110996" y="272272"/>
              <a:ext cx="365760" cy="740664"/>
            </a:xfrm>
            <a:prstGeom prst="rect">
              <a:avLst/>
            </a:prstGeom>
            <a:solidFill>
              <a:srgbClr val="BBA89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64437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7ADF6-5F2F-6DF0-32F0-0CB8C6BD6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7D99B-26CA-8E78-0774-48281E357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E7F41-0623-602B-13A3-F7D863E559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94794A-5CBA-DF1C-7F24-CA5F770D1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7DA70-C0FD-42A2-8176-7916C1F17A8A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D34E07-46BB-688B-A162-171B9A900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67FB3C-BF94-96C0-F4A1-0D7DFD735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5C2E-D5E5-4958-955B-26293B359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63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ACE3C-1096-C465-6A92-83466B4CF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A19B26-ABFD-F2AA-D870-5255D71CAA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56CFD-168C-CABF-B91C-1047DB9BF9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AD80F4-182C-7B3F-E345-2FA7253EF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69726-BEB7-455A-9436-E86A959827FB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74537-F426-590A-4B57-CE2A3229E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6C00B-55B1-1A5F-4F34-D12F16B55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5C2E-D5E5-4958-955B-26293B359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752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EB1D8-3F1A-3C0F-647E-0168E0463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77EE96-180B-39CD-0FBC-7F7BD7E823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2A09E-4201-CBC3-DCBA-EF4ACBAFE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6D0BE-D9B6-4182-9072-440794028332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BF097-4EAB-7E7E-4791-5E70732B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346F0-1FAC-3F9A-4374-462EA6B10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5C2E-D5E5-4958-955B-26293B359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676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4BF015-0B17-BB4F-D1BB-626E1474BD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3CE359-A0D7-2031-330B-943B069202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0AFFC-0639-B9A2-1A25-3F8FDF526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AAF79-113F-4348-9EE7-8292545140BB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7BD84-8855-F6B8-37EB-1BE4AC3A8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CD499-6CA0-0920-84AC-082B49CB3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5C2E-D5E5-4958-955B-26293B359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9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07F507-6E3E-946F-888F-FB500C528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CDB9F-609E-A836-A0C6-6C8488820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F09A9-C1F5-E05F-5E2D-CD9A95435F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C15F7-53EE-45B2-9963-D3898F9C1D6F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EA83A-DAA2-6B64-F1CC-5BE26823B8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50FFC-9C9F-E6D4-9E4F-09879D1D3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A5C2E-D5E5-4958-955B-26293B359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249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Relationship Id="rId6" Type="http://schemas.openxmlformats.org/officeDocument/2006/relationships/image" Target="../media/image18.png"/><Relationship Id="rId5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DB559-C412-2072-A294-A318068DE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E6969-24A3-616A-F538-04DF7ADF9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5C2E-D5E5-4958-955B-26293B3593F3}" type="slidenum">
              <a:rPr lang="en-US" smtClean="0"/>
              <a:pPr/>
              <a:t>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BF881A-4056-9A51-36FB-A1D095C4FB42}"/>
              </a:ext>
            </a:extLst>
          </p:cNvPr>
          <p:cNvSpPr txBox="1"/>
          <p:nvPr/>
        </p:nvSpPr>
        <p:spPr>
          <a:xfrm>
            <a:off x="323088" y="1227989"/>
            <a:ext cx="115911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dirty="0">
                <a:latin typeface="Rockwell" panose="02060603020205020403" pitchFamily="18" charset="77"/>
              </a:rPr>
              <a:t>Hattrick: Solving Multi-Class TE using Neural Models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5D1365-6A4D-3AFA-33AA-7E68FF49E123}"/>
              </a:ext>
            </a:extLst>
          </p:cNvPr>
          <p:cNvSpPr txBox="1"/>
          <p:nvPr/>
        </p:nvSpPr>
        <p:spPr>
          <a:xfrm>
            <a:off x="377952" y="3063240"/>
            <a:ext cx="11490960" cy="1456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400" b="1" dirty="0">
                <a:latin typeface="Rockwell" panose="02060603020205020403" pitchFamily="18" charset="77"/>
              </a:rPr>
              <a:t>Abd AlRhman AlQiam</a:t>
            </a:r>
            <a:r>
              <a:rPr lang="en-US" sz="2400" b="1" baseline="30000" dirty="0">
                <a:latin typeface="Rockwell" panose="02060603020205020403" pitchFamily="18" charset="77"/>
              </a:rPr>
              <a:t>1</a:t>
            </a:r>
            <a:r>
              <a:rPr lang="en-US" sz="2400" dirty="0">
                <a:latin typeface="Rockwell" panose="02060603020205020403" pitchFamily="18" charset="77"/>
              </a:rPr>
              <a:t>,</a:t>
            </a:r>
            <a:r>
              <a:rPr lang="en-US" sz="2400" b="1" dirty="0">
                <a:latin typeface="Rockwell" panose="02060603020205020403" pitchFamily="18" charset="77"/>
              </a:rPr>
              <a:t> </a:t>
            </a:r>
            <a:r>
              <a:rPr lang="en-US" sz="2400" dirty="0">
                <a:latin typeface="Rockwell" panose="02060603020205020403" pitchFamily="18" charset="77"/>
              </a:rPr>
              <a:t>Zhuocong Li</a:t>
            </a:r>
            <a:r>
              <a:rPr lang="en-US" sz="2400" baseline="30000" dirty="0">
                <a:latin typeface="Rockwell" panose="02060603020205020403" pitchFamily="18" charset="77"/>
              </a:rPr>
              <a:t>1</a:t>
            </a:r>
            <a:r>
              <a:rPr lang="en-US" sz="2400" dirty="0">
                <a:latin typeface="Rockwell" panose="02060603020205020403" pitchFamily="18" charset="77"/>
              </a:rPr>
              <a:t>, Satyajeet Singh Ahuja</a:t>
            </a:r>
            <a:r>
              <a:rPr lang="en-US" sz="2400" baseline="30000" dirty="0">
                <a:latin typeface="Rockwell" panose="02060603020205020403" pitchFamily="18" charset="77"/>
              </a:rPr>
              <a:t>2</a:t>
            </a:r>
            <a:r>
              <a:rPr lang="en-US" sz="2400" dirty="0">
                <a:latin typeface="Rockwell" panose="02060603020205020403" pitchFamily="18" charset="77"/>
              </a:rPr>
              <a:t>, Zhaodong Wang</a:t>
            </a:r>
            <a:r>
              <a:rPr lang="en-US" sz="2400" baseline="30000" dirty="0">
                <a:latin typeface="Rockwell" panose="02060603020205020403" pitchFamily="18" charset="77"/>
              </a:rPr>
              <a:t>2</a:t>
            </a:r>
            <a:r>
              <a:rPr lang="en-US" sz="2400" dirty="0">
                <a:latin typeface="Rockwell" panose="02060603020205020403" pitchFamily="18" charset="77"/>
              </a:rPr>
              <a:t> Ying Zhang</a:t>
            </a:r>
            <a:r>
              <a:rPr lang="en-US" sz="2400" baseline="30000" dirty="0">
                <a:latin typeface="Rockwell" panose="02060603020205020403" pitchFamily="18" charset="77"/>
              </a:rPr>
              <a:t>2</a:t>
            </a:r>
            <a:r>
              <a:rPr lang="en-US" sz="2400" dirty="0">
                <a:latin typeface="Rockwell" panose="02060603020205020403" pitchFamily="18" charset="77"/>
              </a:rPr>
              <a:t>, Sanjay G. Rao</a:t>
            </a:r>
            <a:r>
              <a:rPr lang="en-US" sz="2400" baseline="30000" dirty="0">
                <a:latin typeface="Rockwell" panose="02060603020205020403" pitchFamily="18" charset="77"/>
              </a:rPr>
              <a:t>1</a:t>
            </a:r>
            <a:r>
              <a:rPr lang="en-US" sz="2400" dirty="0">
                <a:latin typeface="Rockwell" panose="02060603020205020403" pitchFamily="18" charset="77"/>
              </a:rPr>
              <a:t>, Bruno Ribeiro</a:t>
            </a:r>
            <a:r>
              <a:rPr lang="en-US" sz="2400" baseline="30000" dirty="0">
                <a:latin typeface="Rockwell" panose="02060603020205020403" pitchFamily="18" charset="77"/>
              </a:rPr>
              <a:t>1</a:t>
            </a:r>
            <a:r>
              <a:rPr lang="en-US" sz="2400" dirty="0">
                <a:latin typeface="Rockwell" panose="02060603020205020403" pitchFamily="18" charset="77"/>
              </a:rPr>
              <a:t>, Mohit Tawarmalani</a:t>
            </a:r>
            <a:r>
              <a:rPr lang="en-US" sz="2400" baseline="30000" dirty="0">
                <a:latin typeface="Rockwell" panose="02060603020205020403" pitchFamily="18" charset="77"/>
              </a:rPr>
              <a:t>1</a:t>
            </a:r>
            <a:endParaRPr lang="en-US" sz="2400" b="1" dirty="0">
              <a:latin typeface="Rockwell" panose="02060603020205020403" pitchFamily="18" charset="77"/>
            </a:endParaRPr>
          </a:p>
        </p:txBody>
      </p:sp>
      <p:pic>
        <p:nvPicPr>
          <p:cNvPr id="7" name="Picture 2" descr="Purdue University Logo and symbol, meaning, history, PNG, brand">
            <a:extLst>
              <a:ext uri="{FF2B5EF4-FFF2-40B4-BE49-F238E27FC236}">
                <a16:creationId xmlns:a16="http://schemas.microsoft.com/office/drawing/2014/main" id="{D805F8DB-A5ED-02C1-6ED2-93A57AD2E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3995" y="4791151"/>
            <a:ext cx="2997843" cy="1686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blue infinity symbol on a black background">
            <a:extLst>
              <a:ext uri="{FF2B5EF4-FFF2-40B4-BE49-F238E27FC236}">
                <a16:creationId xmlns:a16="http://schemas.microsoft.com/office/drawing/2014/main" id="{6B7C3A2F-F109-2405-5DA2-8DA245B03C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7473" y="4791151"/>
            <a:ext cx="2997844" cy="16862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FD69C3-CBC4-FDF9-3058-DA59C806219C}"/>
              </a:ext>
            </a:extLst>
          </p:cNvPr>
          <p:cNvSpPr txBox="1"/>
          <p:nvPr/>
        </p:nvSpPr>
        <p:spPr>
          <a:xfrm>
            <a:off x="848665" y="5211955"/>
            <a:ext cx="740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107311-2309-3D7D-BF6E-494091F94CC5}"/>
              </a:ext>
            </a:extLst>
          </p:cNvPr>
          <p:cNvSpPr txBox="1"/>
          <p:nvPr/>
        </p:nvSpPr>
        <p:spPr>
          <a:xfrm>
            <a:off x="7066491" y="5211955"/>
            <a:ext cx="821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7042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43711-5168-F8E8-7233-783CAAA64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4A03DC-34C2-BEF8-6F03-AE851453E063}"/>
              </a:ext>
            </a:extLst>
          </p:cNvPr>
          <p:cNvSpPr txBox="1"/>
          <p:nvPr/>
        </p:nvSpPr>
        <p:spPr>
          <a:xfrm>
            <a:off x="1664208" y="335338"/>
            <a:ext cx="9729697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>
                <a:solidFill>
                  <a:srgbClr val="000000"/>
                </a:solidFill>
                <a:latin typeface="Rockwell"/>
              </a:rPr>
              <a:t>WANs must meet stringent Service Level Objectives</a:t>
            </a:r>
            <a:endParaRPr lang="en-US" sz="2800" b="0" i="0" u="none" strike="noStrike">
              <a:solidFill>
                <a:srgbClr val="000000"/>
              </a:solidFill>
              <a:effectLst/>
              <a:latin typeface="Rockwell" panose="02060603020205020403" pitchFamily="18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D5B141-F87A-C7C5-3D11-285BF4457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5C2E-D5E5-4958-955B-26293B3593F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44394F-8507-6A12-58CB-9B194BE0A0F8}"/>
              </a:ext>
            </a:extLst>
          </p:cNvPr>
          <p:cNvSpPr txBox="1"/>
          <p:nvPr/>
        </p:nvSpPr>
        <p:spPr>
          <a:xfrm>
            <a:off x="697832" y="1167063"/>
            <a:ext cx="10696073" cy="38472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Rockwell" panose="02060603020205020403" pitchFamily="18" charset="0"/>
                <a:ea typeface="Calibri"/>
                <a:cs typeface="Calibri"/>
              </a:rPr>
              <a:t>100X increase in WAN traffic in recent years [1]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0"/>
                <a:ea typeface="Calibri"/>
                <a:cs typeface="Calibri"/>
              </a:rPr>
              <a:t>Service Level Objectives (SLOs) more stringent.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0"/>
                <a:ea typeface="Calibri"/>
                <a:cs typeface="Calibri"/>
              </a:rPr>
              <a:t>SLO = Bandwidth must be met (99%-99.99%) of the time.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2000" dirty="0">
              <a:latin typeface="Rockwell" panose="02060603020205020403" pitchFamily="18" charset="0"/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Rockwell" panose="02060603020205020403" pitchFamily="18" charset="0"/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Rockwell" panose="02060603020205020403" pitchFamily="18" charset="0"/>
                <a:ea typeface="Calibri"/>
                <a:cs typeface="Calibri"/>
              </a:rPr>
              <a:t>Multiple traffic classes help manage SLOs for diverse traffic.</a:t>
            </a:r>
            <a:endParaRPr lang="en-US" sz="2000" dirty="0">
              <a:latin typeface="Rockwell" panose="02060603020205020403" pitchFamily="18" charset="0"/>
              <a:ea typeface="Calibri"/>
              <a:cs typeface="Calibri"/>
            </a:endParaRP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2000" dirty="0">
                <a:latin typeface="Rockwell" panose="02060603020205020403" pitchFamily="18" charset="0"/>
              </a:rPr>
              <a:t>Web search has high priority since it is delay-sensitive traffic.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2000" dirty="0">
                <a:latin typeface="Rockwell" panose="02060603020205020403" pitchFamily="18" charset="0"/>
              </a:rPr>
              <a:t>Data replication across data centers has low priority since it is not delay-sensitive traffic.</a:t>
            </a:r>
            <a:endParaRPr lang="en-US" dirty="0">
              <a:latin typeface="Rockwell" panose="02060603020205020403" pitchFamily="18" charset="0"/>
            </a:endParaRPr>
          </a:p>
          <a:p>
            <a:pPr marL="742950" lvl="1" indent="-285750">
              <a:buFont typeface="Courier New" panose="020B0604020202020204" pitchFamily="34" charset="0"/>
              <a:buChar char="o"/>
            </a:pPr>
            <a:endParaRPr lang="en-US" sz="2000" dirty="0">
              <a:latin typeface="Rockwell" panose="02060603020205020403" pitchFamily="18" charset="0"/>
              <a:ea typeface="Calibri"/>
              <a:cs typeface="Calibri"/>
            </a:endParaRPr>
          </a:p>
          <a:p>
            <a:pPr marL="742950" lvl="1" indent="-285750">
              <a:buFont typeface="Courier New" panose="020B0604020202020204" pitchFamily="34" charset="0"/>
              <a:buChar char="o"/>
            </a:pPr>
            <a:endParaRPr lang="en-US" sz="2000" dirty="0">
              <a:latin typeface="Rockwell" panose="02060603020205020403" pitchFamily="18" charset="0"/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DB892B-CD18-F6BD-144D-C6913C30B0AC}"/>
              </a:ext>
            </a:extLst>
          </p:cNvPr>
          <p:cNvSpPr txBox="1"/>
          <p:nvPr/>
        </p:nvSpPr>
        <p:spPr>
          <a:xfrm>
            <a:off x="278284" y="5843668"/>
            <a:ext cx="106960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[1] Chi-Yao Hong et al, </a:t>
            </a:r>
            <a:r>
              <a:rPr lang="en-US" sz="1400" b="1" dirty="0"/>
              <a:t>B4 and after</a:t>
            </a:r>
            <a:r>
              <a:rPr lang="en-US" sz="1400" dirty="0"/>
              <a:t>: Managing hierarchy, partitioning, and asymmetry for availability and scale in </a:t>
            </a:r>
            <a:r>
              <a:rPr lang="en-US" sz="1400" dirty="0" err="1"/>
              <a:t>google’s</a:t>
            </a:r>
            <a:r>
              <a:rPr lang="en-US" sz="1400" dirty="0"/>
              <a:t> software-defined wan. In Proceedings of the 2018 Conference of the ACM Special Interest Group on Data Communication, pages 74–87, 2018.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2342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F7EBC-FDD2-88FC-EE81-B8295AC2C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554F53-2225-1C5B-0D3B-5AE2D8A60D7A}"/>
              </a:ext>
            </a:extLst>
          </p:cNvPr>
          <p:cNvSpPr txBox="1"/>
          <p:nvPr/>
        </p:nvSpPr>
        <p:spPr>
          <a:xfrm>
            <a:off x="1664208" y="335338"/>
            <a:ext cx="9729697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Rockwell"/>
              </a:rPr>
              <a:t>How is WAN traffic managed today? Traffic Engineering</a:t>
            </a:r>
            <a:endParaRPr lang="en-US" sz="2800" dirty="0">
              <a:solidFill>
                <a:srgbClr val="000000"/>
              </a:solidFill>
              <a:latin typeface="Rockwell" panose="02060603020205020403" pitchFamily="18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F6BEDB-2FA7-4E9B-7243-48E0A7D71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5C2E-D5E5-4958-955B-26293B3593F3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8C394AC-1631-4F37-95E1-92E1B2630359}"/>
              </a:ext>
            </a:extLst>
          </p:cNvPr>
          <p:cNvGraphicFramePr>
            <a:graphicFrameLocks noGrp="1"/>
          </p:cNvGraphicFramePr>
          <p:nvPr/>
        </p:nvGraphicFramePr>
        <p:xfrm>
          <a:off x="528052" y="2237174"/>
          <a:ext cx="2588127" cy="16024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2709">
                  <a:extLst>
                    <a:ext uri="{9D8B030D-6E8A-4147-A177-3AD203B41FA5}">
                      <a16:colId xmlns:a16="http://schemas.microsoft.com/office/drawing/2014/main" val="169755626"/>
                    </a:ext>
                  </a:extLst>
                </a:gridCol>
                <a:gridCol w="862709">
                  <a:extLst>
                    <a:ext uri="{9D8B030D-6E8A-4147-A177-3AD203B41FA5}">
                      <a16:colId xmlns:a16="http://schemas.microsoft.com/office/drawing/2014/main" val="2182919623"/>
                    </a:ext>
                  </a:extLst>
                </a:gridCol>
                <a:gridCol w="862709">
                  <a:extLst>
                    <a:ext uri="{9D8B030D-6E8A-4147-A177-3AD203B41FA5}">
                      <a16:colId xmlns:a16="http://schemas.microsoft.com/office/drawing/2014/main" val="304561059"/>
                    </a:ext>
                  </a:extLst>
                </a:gridCol>
              </a:tblGrid>
              <a:tr h="534143"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476299"/>
                  </a:ext>
                </a:extLst>
              </a:tr>
              <a:tr h="534143"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994031"/>
                  </a:ext>
                </a:extLst>
              </a:tr>
              <a:tr h="534143"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9298772"/>
                  </a:ext>
                </a:extLst>
              </a:tr>
            </a:tbl>
          </a:graphicData>
        </a:graphic>
      </p:graphicFrame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4F714E05-49A1-7778-E4DD-D2F3EB763C9D}"/>
              </a:ext>
            </a:extLst>
          </p:cNvPr>
          <p:cNvGraphicFramePr>
            <a:graphicFrameLocks noGrp="1"/>
          </p:cNvGraphicFramePr>
          <p:nvPr/>
        </p:nvGraphicFramePr>
        <p:xfrm>
          <a:off x="680452" y="2389574"/>
          <a:ext cx="2588127" cy="16024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2709">
                  <a:extLst>
                    <a:ext uri="{9D8B030D-6E8A-4147-A177-3AD203B41FA5}">
                      <a16:colId xmlns:a16="http://schemas.microsoft.com/office/drawing/2014/main" val="169755626"/>
                    </a:ext>
                  </a:extLst>
                </a:gridCol>
                <a:gridCol w="862709">
                  <a:extLst>
                    <a:ext uri="{9D8B030D-6E8A-4147-A177-3AD203B41FA5}">
                      <a16:colId xmlns:a16="http://schemas.microsoft.com/office/drawing/2014/main" val="2182919623"/>
                    </a:ext>
                  </a:extLst>
                </a:gridCol>
                <a:gridCol w="862709">
                  <a:extLst>
                    <a:ext uri="{9D8B030D-6E8A-4147-A177-3AD203B41FA5}">
                      <a16:colId xmlns:a16="http://schemas.microsoft.com/office/drawing/2014/main" val="304561059"/>
                    </a:ext>
                  </a:extLst>
                </a:gridCol>
              </a:tblGrid>
              <a:tr h="534143"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476299"/>
                  </a:ext>
                </a:extLst>
              </a:tr>
              <a:tr h="534143"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994031"/>
                  </a:ext>
                </a:extLst>
              </a:tr>
              <a:tr h="534143"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9298772"/>
                  </a:ext>
                </a:extLst>
              </a:tr>
            </a:tbl>
          </a:graphicData>
        </a:graphic>
      </p:graphicFrame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03C9EB75-311F-F61A-2F65-E1B217BC20FF}"/>
              </a:ext>
            </a:extLst>
          </p:cNvPr>
          <p:cNvGraphicFramePr>
            <a:graphicFrameLocks noGrp="1"/>
          </p:cNvGraphicFramePr>
          <p:nvPr/>
        </p:nvGraphicFramePr>
        <p:xfrm>
          <a:off x="832852" y="2541972"/>
          <a:ext cx="2588127" cy="16024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2709">
                  <a:extLst>
                    <a:ext uri="{9D8B030D-6E8A-4147-A177-3AD203B41FA5}">
                      <a16:colId xmlns:a16="http://schemas.microsoft.com/office/drawing/2014/main" val="169755626"/>
                    </a:ext>
                  </a:extLst>
                </a:gridCol>
                <a:gridCol w="862709">
                  <a:extLst>
                    <a:ext uri="{9D8B030D-6E8A-4147-A177-3AD203B41FA5}">
                      <a16:colId xmlns:a16="http://schemas.microsoft.com/office/drawing/2014/main" val="2182919623"/>
                    </a:ext>
                  </a:extLst>
                </a:gridCol>
                <a:gridCol w="862709">
                  <a:extLst>
                    <a:ext uri="{9D8B030D-6E8A-4147-A177-3AD203B41FA5}">
                      <a16:colId xmlns:a16="http://schemas.microsoft.com/office/drawing/2014/main" val="304561059"/>
                    </a:ext>
                  </a:extLst>
                </a:gridCol>
              </a:tblGrid>
              <a:tr h="534143"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476299"/>
                  </a:ext>
                </a:extLst>
              </a:tr>
              <a:tr h="534143"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994031"/>
                  </a:ext>
                </a:extLst>
              </a:tr>
              <a:tr h="534143"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92987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2AF6B96-A601-B802-C109-C009CC7AA498}"/>
              </a:ext>
            </a:extLst>
          </p:cNvPr>
          <p:cNvSpPr txBox="1"/>
          <p:nvPr/>
        </p:nvSpPr>
        <p:spPr>
          <a:xfrm>
            <a:off x="680452" y="1610189"/>
            <a:ext cx="2419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Rockwell" panose="02060603020205020403" pitchFamily="18" charset="0"/>
              </a:rPr>
              <a:t>Input TMs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3060B5E-1FC1-8F5B-3F99-042485B13083}"/>
              </a:ext>
            </a:extLst>
          </p:cNvPr>
          <p:cNvSpPr/>
          <p:nvPr/>
        </p:nvSpPr>
        <p:spPr>
          <a:xfrm>
            <a:off x="3431831" y="3026324"/>
            <a:ext cx="802105" cy="584775"/>
          </a:xfrm>
          <a:prstGeom prst="rightArrow">
            <a:avLst>
              <a:gd name="adj1" fmla="val 45885"/>
              <a:gd name="adj2" fmla="val 50000"/>
            </a:avLst>
          </a:prstGeom>
          <a:gradFill flip="none" rotWithShape="1">
            <a:gsLst>
              <a:gs pos="0">
                <a:schemeClr val="accent4">
                  <a:lumMod val="47000"/>
                  <a:lumOff val="53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C8E0F10-7A35-6880-1D3D-AD4989488DF2}"/>
              </a:ext>
            </a:extLst>
          </p:cNvPr>
          <p:cNvSpPr/>
          <p:nvPr/>
        </p:nvSpPr>
        <p:spPr>
          <a:xfrm>
            <a:off x="4233936" y="2849480"/>
            <a:ext cx="2679028" cy="938463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Rockwell" panose="02060603020205020403" pitchFamily="18" charset="0"/>
              </a:rPr>
              <a:t>Centralized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Rockwell" panose="02060603020205020403" pitchFamily="18" charset="0"/>
              </a:rPr>
              <a:t>SDN Controller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7AC8E1-30C2-E178-10FD-C6E0755654E8}"/>
              </a:ext>
            </a:extLst>
          </p:cNvPr>
          <p:cNvSpPr txBox="1">
            <a:spLocks/>
          </p:cNvSpPr>
          <p:nvPr/>
        </p:nvSpPr>
        <p:spPr>
          <a:xfrm>
            <a:off x="178171" y="4627124"/>
            <a:ext cx="97296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0"/>
              </a:rPr>
              <a:t>Has a global view of the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0"/>
              </a:rPr>
              <a:t>optimizes a network-wide objective (e.g., maximize fulfillment ratio (total carried flow)).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0"/>
              </a:rPr>
              <a:t>Linear Programming (LP) to route traffic.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DF150FEA-8F48-63E3-93E9-8B143CEF2FF2}"/>
              </a:ext>
            </a:extLst>
          </p:cNvPr>
          <p:cNvSpPr/>
          <p:nvPr/>
        </p:nvSpPr>
        <p:spPr>
          <a:xfrm>
            <a:off x="6912965" y="3026324"/>
            <a:ext cx="802105" cy="584775"/>
          </a:xfrm>
          <a:prstGeom prst="rightArrow">
            <a:avLst>
              <a:gd name="adj1" fmla="val 45885"/>
              <a:gd name="adj2" fmla="val 50000"/>
            </a:avLst>
          </a:prstGeom>
          <a:gradFill flip="none" rotWithShape="1">
            <a:gsLst>
              <a:gs pos="0">
                <a:schemeClr val="accent4">
                  <a:lumMod val="47000"/>
                  <a:lumOff val="53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2BE130F-FD9D-B664-108A-E7F55ECF6559}"/>
              </a:ext>
            </a:extLst>
          </p:cNvPr>
          <p:cNvSpPr txBox="1"/>
          <p:nvPr/>
        </p:nvSpPr>
        <p:spPr>
          <a:xfrm>
            <a:off x="7486161" y="3458651"/>
            <a:ext cx="1756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Rockwell" panose="02060603020205020403" pitchFamily="18" charset="0"/>
              </a:rPr>
              <a:t>Route traffic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41540B3-0422-9EBC-713B-92D9B48F6A01}"/>
              </a:ext>
            </a:extLst>
          </p:cNvPr>
          <p:cNvSpPr txBox="1"/>
          <p:nvPr/>
        </p:nvSpPr>
        <p:spPr>
          <a:xfrm>
            <a:off x="10325167" y="1082632"/>
            <a:ext cx="844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Rockwell" panose="02060603020205020403" pitchFamily="18" charset="0"/>
              </a:rPr>
              <a:t>45%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F4FCD28-100D-8BF9-402E-783D30A52F7A}"/>
              </a:ext>
            </a:extLst>
          </p:cNvPr>
          <p:cNvSpPr txBox="1"/>
          <p:nvPr/>
        </p:nvSpPr>
        <p:spPr>
          <a:xfrm>
            <a:off x="10325167" y="5492303"/>
            <a:ext cx="844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Rockwell" panose="02060603020205020403" pitchFamily="18" charset="0"/>
              </a:rPr>
              <a:t>55%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F99628E-DB46-68C3-1142-72C00072CF92}"/>
              </a:ext>
            </a:extLst>
          </p:cNvPr>
          <p:cNvSpPr txBox="1"/>
          <p:nvPr/>
        </p:nvSpPr>
        <p:spPr>
          <a:xfrm>
            <a:off x="3935156" y="1610189"/>
            <a:ext cx="2902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Rockwell" panose="02060603020205020403" pitchFamily="18" charset="0"/>
              </a:rPr>
              <a:t>Capacities + Tunnels</a:t>
            </a:r>
          </a:p>
        </p:txBody>
      </p:sp>
      <p:sp>
        <p:nvSpPr>
          <p:cNvPr id="85" name="Arrow: Right 84">
            <a:extLst>
              <a:ext uri="{FF2B5EF4-FFF2-40B4-BE49-F238E27FC236}">
                <a16:creationId xmlns:a16="http://schemas.microsoft.com/office/drawing/2014/main" id="{01C2A945-24E3-4DEA-A9F4-F8C8861A46C1}"/>
              </a:ext>
            </a:extLst>
          </p:cNvPr>
          <p:cNvSpPr/>
          <p:nvPr/>
        </p:nvSpPr>
        <p:spPr>
          <a:xfrm rot="5400000">
            <a:off x="4802855" y="2097186"/>
            <a:ext cx="802105" cy="584775"/>
          </a:xfrm>
          <a:prstGeom prst="rightArrow">
            <a:avLst>
              <a:gd name="adj1" fmla="val 45885"/>
              <a:gd name="adj2" fmla="val 50000"/>
            </a:avLst>
          </a:prstGeom>
          <a:gradFill flip="none" rotWithShape="1">
            <a:gsLst>
              <a:gs pos="0">
                <a:schemeClr val="accent4">
                  <a:lumMod val="47000"/>
                  <a:lumOff val="53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5C5105-411B-5321-CBF0-4A0CABC69831}"/>
              </a:ext>
            </a:extLst>
          </p:cNvPr>
          <p:cNvSpPr txBox="1"/>
          <p:nvPr/>
        </p:nvSpPr>
        <p:spPr>
          <a:xfrm>
            <a:off x="4544502" y="3894840"/>
            <a:ext cx="2249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Rockwell" panose="02060603020205020403" pitchFamily="18" charset="0"/>
              </a:rPr>
              <a:t>EBB, SWAN, B4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0830D91-0B79-D65F-B36D-F9BE2E274376}"/>
              </a:ext>
            </a:extLst>
          </p:cNvPr>
          <p:cNvGrpSpPr/>
          <p:nvPr/>
        </p:nvGrpSpPr>
        <p:grpSpPr>
          <a:xfrm>
            <a:off x="9070335" y="1491897"/>
            <a:ext cx="2991851" cy="3958693"/>
            <a:chOff x="9070335" y="1491897"/>
            <a:chExt cx="2991851" cy="395869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148A791-D1BB-81C2-8BFE-C527C66E1FD0}"/>
                </a:ext>
              </a:extLst>
            </p:cNvPr>
            <p:cNvGrpSpPr/>
            <p:nvPr/>
          </p:nvGrpSpPr>
          <p:grpSpPr>
            <a:xfrm>
              <a:off x="9070335" y="1491897"/>
              <a:ext cx="2991851" cy="3958693"/>
              <a:chOff x="9070335" y="1491897"/>
              <a:chExt cx="2991851" cy="3958693"/>
            </a:xfrm>
          </p:grpSpPr>
          <p:sp>
            <p:nvSpPr>
              <p:cNvPr id="18" name="Flowchart: Connector 17">
                <a:extLst>
                  <a:ext uri="{FF2B5EF4-FFF2-40B4-BE49-F238E27FC236}">
                    <a16:creationId xmlns:a16="http://schemas.microsoft.com/office/drawing/2014/main" id="{5719361C-0F92-2412-5444-D0387D0F6BA8}"/>
                  </a:ext>
                </a:extLst>
              </p:cNvPr>
              <p:cNvSpPr/>
              <p:nvPr/>
            </p:nvSpPr>
            <p:spPr>
              <a:xfrm>
                <a:off x="9070335" y="3113132"/>
                <a:ext cx="481263" cy="584775"/>
              </a:xfrm>
              <a:prstGeom prst="flowChartConnecto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9" name="Flowchart: Connector 18">
                <a:extLst>
                  <a:ext uri="{FF2B5EF4-FFF2-40B4-BE49-F238E27FC236}">
                    <a16:creationId xmlns:a16="http://schemas.microsoft.com/office/drawing/2014/main" id="{E39DA79D-02D9-EC6E-B791-951B2757B505}"/>
                  </a:ext>
                </a:extLst>
              </p:cNvPr>
              <p:cNvSpPr/>
              <p:nvPr/>
            </p:nvSpPr>
            <p:spPr>
              <a:xfrm>
                <a:off x="10325629" y="3113132"/>
                <a:ext cx="481263" cy="584775"/>
              </a:xfrm>
              <a:prstGeom prst="flowChartConnecto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20" name="Flowchart: Connector 19">
                <a:extLst>
                  <a:ext uri="{FF2B5EF4-FFF2-40B4-BE49-F238E27FC236}">
                    <a16:creationId xmlns:a16="http://schemas.microsoft.com/office/drawing/2014/main" id="{D52B988C-E3D4-05E7-2F55-36301E814F93}"/>
                  </a:ext>
                </a:extLst>
              </p:cNvPr>
              <p:cNvSpPr/>
              <p:nvPr/>
            </p:nvSpPr>
            <p:spPr>
              <a:xfrm>
                <a:off x="11580923" y="3136612"/>
                <a:ext cx="481263" cy="584775"/>
              </a:xfrm>
              <a:prstGeom prst="flowChartConnecto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21" name="Flowchart: Connector 20">
                <a:extLst>
                  <a:ext uri="{FF2B5EF4-FFF2-40B4-BE49-F238E27FC236}">
                    <a16:creationId xmlns:a16="http://schemas.microsoft.com/office/drawing/2014/main" id="{AD4B49B9-E735-B4CF-2906-6477205BBBAC}"/>
                  </a:ext>
                </a:extLst>
              </p:cNvPr>
              <p:cNvSpPr/>
              <p:nvPr/>
            </p:nvSpPr>
            <p:spPr>
              <a:xfrm>
                <a:off x="10325628" y="1908181"/>
                <a:ext cx="481263" cy="584775"/>
              </a:xfrm>
              <a:prstGeom prst="flowChartConnecto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22" name="Flowchart: Connector 21">
                <a:extLst>
                  <a:ext uri="{FF2B5EF4-FFF2-40B4-BE49-F238E27FC236}">
                    <a16:creationId xmlns:a16="http://schemas.microsoft.com/office/drawing/2014/main" id="{A07A0CEF-ACD1-F577-A653-6EED20A03551}"/>
                  </a:ext>
                </a:extLst>
              </p:cNvPr>
              <p:cNvSpPr/>
              <p:nvPr/>
            </p:nvSpPr>
            <p:spPr>
              <a:xfrm>
                <a:off x="10325627" y="4393587"/>
                <a:ext cx="481263" cy="584775"/>
              </a:xfrm>
              <a:prstGeom prst="flowChartConnecto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5</a:t>
                </a:r>
              </a:p>
            </p:txBody>
          </p: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DFA95879-90F5-FDCD-6C55-4625396FC795}"/>
                  </a:ext>
                </a:extLst>
              </p:cNvPr>
              <p:cNvCxnSpPr>
                <a:cxnSpLocks/>
                <a:stCxn id="18" idx="7"/>
                <a:endCxn id="21" idx="3"/>
              </p:cNvCxnSpPr>
              <p:nvPr/>
            </p:nvCxnSpPr>
            <p:spPr>
              <a:xfrm flipV="1">
                <a:off x="9481119" y="2407318"/>
                <a:ext cx="914988" cy="791452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79476CB0-96A4-B4DA-0F69-59198BAE3967}"/>
                  </a:ext>
                </a:extLst>
              </p:cNvPr>
              <p:cNvCxnSpPr>
                <a:cxnSpLocks/>
                <a:stCxn id="18" idx="6"/>
                <a:endCxn id="19" idx="2"/>
              </p:cNvCxnSpPr>
              <p:nvPr/>
            </p:nvCxnSpPr>
            <p:spPr>
              <a:xfrm>
                <a:off x="9551598" y="3405520"/>
                <a:ext cx="774031" cy="0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35C254A7-174C-FF0F-CD0F-FE13D352AD80}"/>
                  </a:ext>
                </a:extLst>
              </p:cNvPr>
              <p:cNvCxnSpPr>
                <a:cxnSpLocks/>
                <a:stCxn id="18" idx="5"/>
                <a:endCxn id="22" idx="1"/>
              </p:cNvCxnSpPr>
              <p:nvPr/>
            </p:nvCxnSpPr>
            <p:spPr>
              <a:xfrm>
                <a:off x="9481119" y="3612269"/>
                <a:ext cx="914987" cy="866956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6E04C033-6800-98EF-5239-5DCD8CC061E6}"/>
                  </a:ext>
                </a:extLst>
              </p:cNvPr>
              <p:cNvCxnSpPr>
                <a:cxnSpLocks/>
                <a:stCxn id="21" idx="6"/>
                <a:endCxn id="20" idx="1"/>
              </p:cNvCxnSpPr>
              <p:nvPr/>
            </p:nvCxnSpPr>
            <p:spPr>
              <a:xfrm>
                <a:off x="10806891" y="2200569"/>
                <a:ext cx="844511" cy="1021681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54B452F2-F9A4-9521-1355-2400D130DB3E}"/>
                  </a:ext>
                </a:extLst>
              </p:cNvPr>
              <p:cNvCxnSpPr>
                <a:cxnSpLocks/>
                <a:stCxn id="19" idx="6"/>
                <a:endCxn id="20" idx="2"/>
              </p:cNvCxnSpPr>
              <p:nvPr/>
            </p:nvCxnSpPr>
            <p:spPr>
              <a:xfrm>
                <a:off x="10806892" y="3405520"/>
                <a:ext cx="774031" cy="23480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7E864C24-852D-C740-8FDC-EB08DBD55ACA}"/>
                  </a:ext>
                </a:extLst>
              </p:cNvPr>
              <p:cNvCxnSpPr>
                <a:cxnSpLocks/>
                <a:stCxn id="22" idx="6"/>
                <a:endCxn id="20" idx="3"/>
              </p:cNvCxnSpPr>
              <p:nvPr/>
            </p:nvCxnSpPr>
            <p:spPr>
              <a:xfrm flipV="1">
                <a:off x="10806890" y="3635749"/>
                <a:ext cx="844512" cy="1050226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56BF615A-05EC-30CA-FA01-F93258D0052A}"/>
                  </a:ext>
                </a:extLst>
              </p:cNvPr>
              <p:cNvSpPr/>
              <p:nvPr/>
            </p:nvSpPr>
            <p:spPr>
              <a:xfrm>
                <a:off x="9274872" y="3681663"/>
                <a:ext cx="2514600" cy="1768927"/>
              </a:xfrm>
              <a:custGeom>
                <a:avLst/>
                <a:gdLst>
                  <a:gd name="connsiteX0" fmla="*/ 0 w 2514600"/>
                  <a:gd name="connsiteY0" fmla="*/ 0 h 1768927"/>
                  <a:gd name="connsiteX1" fmla="*/ 1275347 w 2514600"/>
                  <a:gd name="connsiteY1" fmla="*/ 1768642 h 1768927"/>
                  <a:gd name="connsiteX2" fmla="*/ 2514600 w 2514600"/>
                  <a:gd name="connsiteY2" fmla="*/ 108284 h 1768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14600" h="1768927">
                    <a:moveTo>
                      <a:pt x="0" y="0"/>
                    </a:moveTo>
                    <a:cubicBezTo>
                      <a:pt x="428123" y="875297"/>
                      <a:pt x="856247" y="1750595"/>
                      <a:pt x="1275347" y="1768642"/>
                    </a:cubicBezTo>
                    <a:cubicBezTo>
                      <a:pt x="1694447" y="1786689"/>
                      <a:pt x="2104523" y="947486"/>
                      <a:pt x="2514600" y="108284"/>
                    </a:cubicBezTo>
                  </a:path>
                </a:pathLst>
              </a:custGeom>
              <a:ln w="508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D653D30-9D8E-140C-0F13-93C3DD237F01}"/>
                  </a:ext>
                </a:extLst>
              </p:cNvPr>
              <p:cNvSpPr/>
              <p:nvPr/>
            </p:nvSpPr>
            <p:spPr>
              <a:xfrm>
                <a:off x="9262841" y="1491897"/>
                <a:ext cx="2526632" cy="1602429"/>
              </a:xfrm>
              <a:custGeom>
                <a:avLst/>
                <a:gdLst>
                  <a:gd name="connsiteX0" fmla="*/ 0 w 2610853"/>
                  <a:gd name="connsiteY0" fmla="*/ 1624282 h 1624282"/>
                  <a:gd name="connsiteX1" fmla="*/ 1251284 w 2610853"/>
                  <a:gd name="connsiteY1" fmla="*/ 19 h 1624282"/>
                  <a:gd name="connsiteX2" fmla="*/ 2610853 w 2610853"/>
                  <a:gd name="connsiteY2" fmla="*/ 1588187 h 1624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10853" h="1624282">
                    <a:moveTo>
                      <a:pt x="0" y="1624282"/>
                    </a:moveTo>
                    <a:cubicBezTo>
                      <a:pt x="408071" y="815158"/>
                      <a:pt x="816142" y="6035"/>
                      <a:pt x="1251284" y="19"/>
                    </a:cubicBezTo>
                    <a:cubicBezTo>
                      <a:pt x="1686426" y="-5997"/>
                      <a:pt x="2384258" y="1353571"/>
                      <a:pt x="2610853" y="1588187"/>
                    </a:cubicBezTo>
                  </a:path>
                </a:pathLst>
              </a:custGeom>
              <a:ln w="508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0CB6531-5CFA-639B-44A5-A56F5F2846F5}"/>
                </a:ext>
              </a:extLst>
            </p:cNvPr>
            <p:cNvSpPr txBox="1"/>
            <p:nvPr/>
          </p:nvSpPr>
          <p:spPr>
            <a:xfrm rot="18900000">
              <a:off x="9875520" y="2310213"/>
              <a:ext cx="4622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latin typeface="Rockwell" panose="02060603020205020403" pitchFamily="18" charset="0"/>
                </a:rPr>
                <a:t>C1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8C04599-9237-AC67-2ADB-20D6974DBC1D}"/>
                </a:ext>
              </a:extLst>
            </p:cNvPr>
            <p:cNvSpPr txBox="1"/>
            <p:nvPr/>
          </p:nvSpPr>
          <p:spPr>
            <a:xfrm rot="3253617">
              <a:off x="10731953" y="2472138"/>
              <a:ext cx="4622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latin typeface="Rockwell" panose="02060603020205020403" pitchFamily="18" charset="0"/>
                </a:rPr>
                <a:t>C1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668ED68-9D66-9BB4-5479-9A5288971A0E}"/>
                </a:ext>
              </a:extLst>
            </p:cNvPr>
            <p:cNvSpPr txBox="1"/>
            <p:nvPr/>
          </p:nvSpPr>
          <p:spPr>
            <a:xfrm>
              <a:off x="9683534" y="3080861"/>
              <a:ext cx="4622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latin typeface="Rockwell" panose="02060603020205020403" pitchFamily="18" charset="0"/>
                </a:rPr>
                <a:t>C2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67E49D3-F9F7-030A-8F0D-F59A2EDF5E24}"/>
                </a:ext>
              </a:extLst>
            </p:cNvPr>
            <p:cNvSpPr txBox="1"/>
            <p:nvPr/>
          </p:nvSpPr>
          <p:spPr>
            <a:xfrm>
              <a:off x="10883589" y="3080861"/>
              <a:ext cx="4622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latin typeface="Rockwell" panose="02060603020205020403" pitchFamily="18" charset="0"/>
                </a:rPr>
                <a:t>C2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02DA259-3FBD-A542-911C-7FD3E8DB8028}"/>
                </a:ext>
              </a:extLst>
            </p:cNvPr>
            <p:cNvSpPr txBox="1"/>
            <p:nvPr/>
          </p:nvSpPr>
          <p:spPr>
            <a:xfrm rot="2751256">
              <a:off x="9738876" y="3672078"/>
              <a:ext cx="4622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latin typeface="Rockwell" panose="02060603020205020403" pitchFamily="18" charset="0"/>
                </a:rPr>
                <a:t>C3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053689B-2604-EF56-9822-4FA9D03CA304}"/>
                </a:ext>
              </a:extLst>
            </p:cNvPr>
            <p:cNvSpPr txBox="1"/>
            <p:nvPr/>
          </p:nvSpPr>
          <p:spPr>
            <a:xfrm rot="18650378">
              <a:off x="10883588" y="3890366"/>
              <a:ext cx="4622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latin typeface="Rockwell" panose="02060603020205020403" pitchFamily="18" charset="0"/>
                </a:rPr>
                <a:t>C3</a:t>
              </a:r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0D3F8C-3F50-887D-7AF5-466E9CCE2C69}"/>
              </a:ext>
            </a:extLst>
          </p:cNvPr>
          <p:cNvSpPr/>
          <p:nvPr/>
        </p:nvSpPr>
        <p:spPr>
          <a:xfrm>
            <a:off x="4233936" y="2849480"/>
            <a:ext cx="2679028" cy="938463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Rockwell" panose="02060603020205020403" pitchFamily="18" charset="0"/>
              </a:rPr>
              <a:t>LP Solver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25367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 animBg="1"/>
      <p:bldP spid="13" grpId="0" animBg="1"/>
      <p:bldP spid="17" grpId="0" animBg="1"/>
      <p:bldP spid="72" grpId="0"/>
      <p:bldP spid="74" grpId="0"/>
      <p:bldP spid="76" grpId="0"/>
      <p:bldP spid="84" grpId="0"/>
      <p:bldP spid="85" grpId="0" animBg="1"/>
      <p:bldP spid="6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E1EB1-C644-F8D3-ED04-D84AF76D0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CB7A8B-DC18-F135-F00A-C85B5F75911E}"/>
              </a:ext>
            </a:extLst>
          </p:cNvPr>
          <p:cNvSpPr txBox="1"/>
          <p:nvPr/>
        </p:nvSpPr>
        <p:spPr>
          <a:xfrm>
            <a:off x="1664208" y="335338"/>
            <a:ext cx="10527792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Rockwell"/>
              </a:rPr>
              <a:t>Challenge: Meeting SLOs under demand prediction errors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Rockwel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735CFB-1F2F-6873-1674-2C8888543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5C2E-D5E5-4958-955B-26293B3593F3}" type="slidenum">
              <a:rPr lang="en-US" smtClean="0"/>
              <a:pPr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7E57A44A-3A64-4B23-E0D2-EB8E9B1B12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7912630"/>
                  </p:ext>
                </p:extLst>
              </p:nvPr>
            </p:nvGraphicFramePr>
            <p:xfrm>
              <a:off x="7919422" y="1514093"/>
              <a:ext cx="3669552" cy="74168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1223184">
                      <a:extLst>
                        <a:ext uri="{9D8B030D-6E8A-4147-A177-3AD203B41FA5}">
                          <a16:colId xmlns:a16="http://schemas.microsoft.com/office/drawing/2014/main" val="1324280628"/>
                        </a:ext>
                      </a:extLst>
                    </a:gridCol>
                    <a:gridCol w="1223184">
                      <a:extLst>
                        <a:ext uri="{9D8B030D-6E8A-4147-A177-3AD203B41FA5}">
                          <a16:colId xmlns:a16="http://schemas.microsoft.com/office/drawing/2014/main" val="702160187"/>
                        </a:ext>
                      </a:extLst>
                    </a:gridCol>
                    <a:gridCol w="1223184">
                      <a:extLst>
                        <a:ext uri="{9D8B030D-6E8A-4147-A177-3AD203B41FA5}">
                          <a16:colId xmlns:a16="http://schemas.microsoft.com/office/drawing/2014/main" val="6395015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0070C0"/>
                              </a:solidFill>
                            </a:rPr>
                            <a:t>High</a:t>
                          </a:r>
                          <a:endParaRPr lang="en-US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FF0000"/>
                              </a:solidFill>
                            </a:rPr>
                            <a:t>Low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70440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Predicted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1 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57303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7E57A44A-3A64-4B23-E0D2-EB8E9B1B12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7912630"/>
                  </p:ext>
                </p:extLst>
              </p:nvPr>
            </p:nvGraphicFramePr>
            <p:xfrm>
              <a:off x="7919422" y="1514093"/>
              <a:ext cx="3669552" cy="74168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1223184">
                      <a:extLst>
                        <a:ext uri="{9D8B030D-6E8A-4147-A177-3AD203B41FA5}">
                          <a16:colId xmlns:a16="http://schemas.microsoft.com/office/drawing/2014/main" val="1324280628"/>
                        </a:ext>
                      </a:extLst>
                    </a:gridCol>
                    <a:gridCol w="1223184">
                      <a:extLst>
                        <a:ext uri="{9D8B030D-6E8A-4147-A177-3AD203B41FA5}">
                          <a16:colId xmlns:a16="http://schemas.microsoft.com/office/drawing/2014/main" val="702160187"/>
                        </a:ext>
                      </a:extLst>
                    </a:gridCol>
                    <a:gridCol w="1223184">
                      <a:extLst>
                        <a:ext uri="{9D8B030D-6E8A-4147-A177-3AD203B41FA5}">
                          <a16:colId xmlns:a16="http://schemas.microsoft.com/office/drawing/2014/main" val="6395015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0070C0"/>
                              </a:solidFill>
                            </a:rPr>
                            <a:t>High</a:t>
                          </a:r>
                          <a:endParaRPr lang="en-US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>
                              <a:solidFill>
                                <a:srgbClr val="FF0000"/>
                              </a:solidFill>
                            </a:rPr>
                            <a:t>Low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70440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Predicted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498" t="-109836" r="-100995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200498" t="-109836" r="-995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57303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B8686FCE-5CB4-4847-5407-AF8D3371EAE1}"/>
              </a:ext>
            </a:extLst>
          </p:cNvPr>
          <p:cNvSpPr/>
          <p:nvPr/>
        </p:nvSpPr>
        <p:spPr>
          <a:xfrm>
            <a:off x="3150797" y="2489424"/>
            <a:ext cx="502382" cy="52322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7DD8DE6B-47F7-B8F7-06E8-150F05260D88}"/>
              </a:ext>
            </a:extLst>
          </p:cNvPr>
          <p:cNvSpPr/>
          <p:nvPr/>
        </p:nvSpPr>
        <p:spPr>
          <a:xfrm>
            <a:off x="6532636" y="2532461"/>
            <a:ext cx="502382" cy="52322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3576A3D4-7069-A5AD-290E-21E50FB84128}"/>
              </a:ext>
            </a:extLst>
          </p:cNvPr>
          <p:cNvCxnSpPr>
            <a:stCxn id="5" idx="0"/>
            <a:endCxn id="6" idx="0"/>
          </p:cNvCxnSpPr>
          <p:nvPr/>
        </p:nvCxnSpPr>
        <p:spPr>
          <a:xfrm rot="16200000" flipH="1">
            <a:off x="5071388" y="820023"/>
            <a:ext cx="43037" cy="3381839"/>
          </a:xfrm>
          <a:prstGeom prst="curvedConnector3">
            <a:avLst>
              <a:gd name="adj1" fmla="val -531171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B341E000-4443-E2C8-13A2-8435B8CC390F}"/>
              </a:ext>
            </a:extLst>
          </p:cNvPr>
          <p:cNvCxnSpPr>
            <a:stCxn id="5" idx="4"/>
            <a:endCxn id="6" idx="4"/>
          </p:cNvCxnSpPr>
          <p:nvPr/>
        </p:nvCxnSpPr>
        <p:spPr>
          <a:xfrm rot="16200000" flipH="1">
            <a:off x="5071389" y="1343242"/>
            <a:ext cx="43037" cy="3381839"/>
          </a:xfrm>
          <a:prstGeom prst="curvedConnector3">
            <a:avLst>
              <a:gd name="adj1" fmla="val 631171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30CB602-994A-800A-5F85-274BFC9BA17D}"/>
              </a:ext>
            </a:extLst>
          </p:cNvPr>
          <p:cNvCxnSpPr>
            <a:cxnSpLocks/>
          </p:cNvCxnSpPr>
          <p:nvPr/>
        </p:nvCxnSpPr>
        <p:spPr>
          <a:xfrm>
            <a:off x="4406424" y="2115599"/>
            <a:ext cx="978946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B223858-5586-AFAB-B855-B6780E4794F2}"/>
              </a:ext>
            </a:extLst>
          </p:cNvPr>
          <p:cNvCxnSpPr>
            <a:cxnSpLocks/>
          </p:cNvCxnSpPr>
          <p:nvPr/>
        </p:nvCxnSpPr>
        <p:spPr>
          <a:xfrm>
            <a:off x="4451878" y="3104402"/>
            <a:ext cx="97894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75974F4-3F63-8C9E-8628-88308248C7F6}"/>
                  </a:ext>
                </a:extLst>
              </p:cNvPr>
              <p:cNvSpPr txBox="1"/>
              <p:nvPr/>
            </p:nvSpPr>
            <p:spPr>
              <a:xfrm>
                <a:off x="3428201" y="1657128"/>
                <a:ext cx="30616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𝑠𝑒𝑛𝑑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𝑎𝑙𝑙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h𝑖𝑔h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𝑜𝑛𝑒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𝑢𝑛𝑖𝑡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75974F4-3F63-8C9E-8628-88308248C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8201" y="1657128"/>
                <a:ext cx="3061616" cy="400110"/>
              </a:xfrm>
              <a:prstGeom prst="rect">
                <a:avLst/>
              </a:prstGeom>
              <a:blipFill>
                <a:blip r:embed="rId5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C268047-FC52-8B98-5706-CBA93C61535C}"/>
                  </a:ext>
                </a:extLst>
              </p:cNvPr>
              <p:cNvSpPr txBox="1"/>
              <p:nvPr/>
            </p:nvSpPr>
            <p:spPr>
              <a:xfrm>
                <a:off x="3492630" y="2671763"/>
                <a:ext cx="31744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𝑠𝑒𝑛𝑑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𝑎𝑙𝑙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𝑙𝑜𝑤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𝑜𝑛𝑒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𝑢𝑛𝑖𝑡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C268047-FC52-8B98-5706-CBA93C6153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630" y="2671763"/>
                <a:ext cx="3174478" cy="400110"/>
              </a:xfrm>
              <a:prstGeom prst="rect">
                <a:avLst/>
              </a:prstGeom>
              <a:blipFill>
                <a:blip r:embed="rId6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EC3B1A0-194B-C790-1BF7-2EF2B2D6E571}"/>
                  </a:ext>
                </a:extLst>
              </p:cNvPr>
              <p:cNvSpPr txBox="1"/>
              <p:nvPr/>
            </p:nvSpPr>
            <p:spPr>
              <a:xfrm>
                <a:off x="102467" y="4648101"/>
                <a:ext cx="26391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Rockwell" panose="02060603020205020403" pitchFamily="18" charset="0"/>
                  </a:rPr>
                  <a:t>It causes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>
                    <a:latin typeface="Rockwell" panose="02060603020205020403" pitchFamily="18" charset="0"/>
                  </a:rPr>
                  <a:t> loss of high-class demand.</a:t>
                </a: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EC3B1A0-194B-C790-1BF7-2EF2B2D6E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67" y="4648101"/>
                <a:ext cx="2639124" cy="646331"/>
              </a:xfrm>
              <a:prstGeom prst="rect">
                <a:avLst/>
              </a:prstGeom>
              <a:blipFill>
                <a:blip r:embed="rId7"/>
                <a:stretch>
                  <a:fillRect l="-1617" t="-4673" b="-13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F3A869D-5163-C18A-40CE-6DE66881AC92}"/>
                  </a:ext>
                </a:extLst>
              </p:cNvPr>
              <p:cNvSpPr txBox="1"/>
              <p:nvPr/>
            </p:nvSpPr>
            <p:spPr>
              <a:xfrm>
                <a:off x="7959246" y="964541"/>
                <a:ext cx="356350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sz="2400" dirty="0"/>
                  <a:t> = Demand from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F3A869D-5163-C18A-40CE-6DE66881A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9246" y="964541"/>
                <a:ext cx="3563509" cy="461665"/>
              </a:xfrm>
              <a:prstGeom prst="rect">
                <a:avLst/>
              </a:prstGeom>
              <a:blipFill>
                <a:blip r:embed="rId8"/>
                <a:stretch>
                  <a:fillRect l="-514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19211FA-F4A2-5825-3234-012A6F6EB850}"/>
              </a:ext>
            </a:extLst>
          </p:cNvPr>
          <p:cNvSpPr txBox="1"/>
          <p:nvPr/>
        </p:nvSpPr>
        <p:spPr>
          <a:xfrm>
            <a:off x="710005" y="988605"/>
            <a:ext cx="3741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ockwell" panose="02060603020205020403" pitchFamily="18" charset="0"/>
              </a:rPr>
              <a:t>Assume link capacities are 1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03B4830B-0D92-91A3-7477-19B701FF3C33}"/>
              </a:ext>
            </a:extLst>
          </p:cNvPr>
          <p:cNvSpPr/>
          <p:nvPr/>
        </p:nvSpPr>
        <p:spPr>
          <a:xfrm>
            <a:off x="3150797" y="5665471"/>
            <a:ext cx="502382" cy="52322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96FBA319-8E43-4C3E-92EF-7032B379C24F}"/>
              </a:ext>
            </a:extLst>
          </p:cNvPr>
          <p:cNvSpPr/>
          <p:nvPr/>
        </p:nvSpPr>
        <p:spPr>
          <a:xfrm>
            <a:off x="5142757" y="5665471"/>
            <a:ext cx="502382" cy="52322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5FA61A30-9F2C-5207-6ABC-1B527BE5DCEC}"/>
              </a:ext>
            </a:extLst>
          </p:cNvPr>
          <p:cNvCxnSpPr>
            <a:stCxn id="7" idx="0"/>
            <a:endCxn id="8" idx="0"/>
          </p:cNvCxnSpPr>
          <p:nvPr/>
        </p:nvCxnSpPr>
        <p:spPr>
          <a:xfrm rot="5400000" flipH="1" flipV="1">
            <a:off x="4397968" y="4669491"/>
            <a:ext cx="12700" cy="1991960"/>
          </a:xfrm>
          <a:prstGeom prst="curvedConnector3">
            <a:avLst>
              <a:gd name="adj1" fmla="val 2816465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93A408F0-B1DA-5BCA-6B79-335A3149F3C8}"/>
              </a:ext>
            </a:extLst>
          </p:cNvPr>
          <p:cNvCxnSpPr>
            <a:stCxn id="7" idx="4"/>
            <a:endCxn id="8" idx="4"/>
          </p:cNvCxnSpPr>
          <p:nvPr/>
        </p:nvCxnSpPr>
        <p:spPr>
          <a:xfrm rot="16200000" flipH="1">
            <a:off x="4397968" y="5192711"/>
            <a:ext cx="12700" cy="1991960"/>
          </a:xfrm>
          <a:prstGeom prst="curvedConnector3">
            <a:avLst>
              <a:gd name="adj1" fmla="val 2647055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945B937-4DC0-05DC-CCD0-1E12FA874243}"/>
              </a:ext>
            </a:extLst>
          </p:cNvPr>
          <p:cNvCxnSpPr>
            <a:cxnSpLocks/>
          </p:cNvCxnSpPr>
          <p:nvPr/>
        </p:nvCxnSpPr>
        <p:spPr>
          <a:xfrm>
            <a:off x="3905028" y="5184068"/>
            <a:ext cx="978946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CEAC717-EF44-52F5-5B92-8C9169CB6259}"/>
              </a:ext>
            </a:extLst>
          </p:cNvPr>
          <p:cNvCxnSpPr>
            <a:cxnSpLocks/>
          </p:cNvCxnSpPr>
          <p:nvPr/>
        </p:nvCxnSpPr>
        <p:spPr>
          <a:xfrm>
            <a:off x="3905028" y="6325274"/>
            <a:ext cx="97894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5F57E51-A331-FC69-79CB-7C0AA17ABECF}"/>
                  </a:ext>
                </a:extLst>
              </p:cNvPr>
              <p:cNvSpPr txBox="1"/>
              <p:nvPr/>
            </p:nvSpPr>
            <p:spPr>
              <a:xfrm>
                <a:off x="3905027" y="4775275"/>
                <a:ext cx="9774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5F57E51-A331-FC69-79CB-7C0AA17AB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027" y="4775275"/>
                <a:ext cx="977416" cy="400110"/>
              </a:xfrm>
              <a:prstGeom prst="rect">
                <a:avLst/>
              </a:prstGeom>
              <a:blipFill>
                <a:blip r:embed="rId9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3A459AA-3C6D-439B-B4F4-227C374AC549}"/>
                  </a:ext>
                </a:extLst>
              </p:cNvPr>
              <p:cNvSpPr txBox="1"/>
              <p:nvPr/>
            </p:nvSpPr>
            <p:spPr>
              <a:xfrm>
                <a:off x="3917318" y="5962277"/>
                <a:ext cx="9789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3A459AA-3C6D-439B-B4F4-227C374AC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318" y="5962277"/>
                <a:ext cx="978945" cy="400110"/>
              </a:xfrm>
              <a:prstGeom prst="rect">
                <a:avLst/>
              </a:prstGeom>
              <a:blipFill>
                <a:blip r:embed="rId10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BD505487-9274-D9F1-243E-606FF4E8B5D5}"/>
              </a:ext>
            </a:extLst>
          </p:cNvPr>
          <p:cNvSpPr txBox="1"/>
          <p:nvPr/>
        </p:nvSpPr>
        <p:spPr>
          <a:xfrm>
            <a:off x="192511" y="1765507"/>
            <a:ext cx="2639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ckwell" panose="02060603020205020403" pitchFamily="18" charset="0"/>
              </a:rPr>
              <a:t>An optimal routing for the predicted matrix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A0F2733-96A2-23E3-78F7-A9E6637F8C59}"/>
              </a:ext>
            </a:extLst>
          </p:cNvPr>
          <p:cNvCxnSpPr>
            <a:cxnSpLocks/>
          </p:cNvCxnSpPr>
          <p:nvPr/>
        </p:nvCxnSpPr>
        <p:spPr>
          <a:xfrm flipH="1" flipV="1">
            <a:off x="9881540" y="2655308"/>
            <a:ext cx="193484" cy="44909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D102C54-CEE0-0D86-4342-A9AF5E3FAFDD}"/>
              </a:ext>
            </a:extLst>
          </p:cNvPr>
          <p:cNvCxnSpPr>
            <a:cxnSpLocks/>
          </p:cNvCxnSpPr>
          <p:nvPr/>
        </p:nvCxnSpPr>
        <p:spPr>
          <a:xfrm flipV="1">
            <a:off x="10820400" y="2671763"/>
            <a:ext cx="164432" cy="55575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CEA6FA9-0FF3-2D23-7824-055208394AB8}"/>
              </a:ext>
            </a:extLst>
          </p:cNvPr>
          <p:cNvSpPr txBox="1"/>
          <p:nvPr/>
        </p:nvSpPr>
        <p:spPr>
          <a:xfrm>
            <a:off x="7169131" y="3771274"/>
            <a:ext cx="472660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latin typeface="Rockwell" panose="02060603020205020403" pitchFamily="18" charset="0"/>
              </a:rPr>
              <a:t>Optimal for predicted demand may not perform well on actual.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50D84134-219D-EBA5-AE3A-7CBC015A3A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6995129"/>
                  </p:ext>
                </p:extLst>
              </p:nvPr>
            </p:nvGraphicFramePr>
            <p:xfrm>
              <a:off x="7919422" y="2253383"/>
              <a:ext cx="3669553" cy="4091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24578">
                      <a:extLst>
                        <a:ext uri="{9D8B030D-6E8A-4147-A177-3AD203B41FA5}">
                          <a16:colId xmlns:a16="http://schemas.microsoft.com/office/drawing/2014/main" val="2458482121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453313152"/>
                        </a:ext>
                      </a:extLst>
                    </a:gridCol>
                    <a:gridCol w="1225775">
                      <a:extLst>
                        <a:ext uri="{9D8B030D-6E8A-4147-A177-3AD203B41FA5}">
                          <a16:colId xmlns:a16="http://schemas.microsoft.com/office/drawing/2014/main" val="1246588024"/>
                        </a:ext>
                      </a:extLst>
                    </a:gridCol>
                  </a:tblGrid>
                  <a:tr h="409121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Actual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6948499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50D84134-219D-EBA5-AE3A-7CBC015A3A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6995129"/>
                  </p:ext>
                </p:extLst>
              </p:nvPr>
            </p:nvGraphicFramePr>
            <p:xfrm>
              <a:off x="7919422" y="2253383"/>
              <a:ext cx="3669553" cy="40912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24578">
                      <a:extLst>
                        <a:ext uri="{9D8B030D-6E8A-4147-A177-3AD203B41FA5}">
                          <a16:colId xmlns:a16="http://schemas.microsoft.com/office/drawing/2014/main" val="2458482121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453313152"/>
                        </a:ext>
                      </a:extLst>
                    </a:gridCol>
                    <a:gridCol w="1225775">
                      <a:extLst>
                        <a:ext uri="{9D8B030D-6E8A-4147-A177-3AD203B41FA5}">
                          <a16:colId xmlns:a16="http://schemas.microsoft.com/office/drawing/2014/main" val="1246588024"/>
                        </a:ext>
                      </a:extLst>
                    </a:gridCol>
                  </a:tblGrid>
                  <a:tr h="409121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Actual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100498" t="-7353" r="-100995" b="-13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200498" t="-7353" r="-995" b="-13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48499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9" name="Arrow: Right 38">
            <a:extLst>
              <a:ext uri="{FF2B5EF4-FFF2-40B4-BE49-F238E27FC236}">
                <a16:creationId xmlns:a16="http://schemas.microsoft.com/office/drawing/2014/main" id="{C3239D53-A43A-8195-87E4-6B9E6E89B151}"/>
              </a:ext>
            </a:extLst>
          </p:cNvPr>
          <p:cNvSpPr/>
          <p:nvPr/>
        </p:nvSpPr>
        <p:spPr>
          <a:xfrm>
            <a:off x="192505" y="2457943"/>
            <a:ext cx="2707100" cy="5232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045FE306-EF47-6387-E7C0-0D159864806F}"/>
              </a:ext>
            </a:extLst>
          </p:cNvPr>
          <p:cNvSpPr/>
          <p:nvPr/>
        </p:nvSpPr>
        <p:spPr>
          <a:xfrm rot="5400000">
            <a:off x="3545280" y="3823199"/>
            <a:ext cx="1289975" cy="5232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51D0CE1-C053-81F2-5A39-0C59D061AF6F}"/>
              </a:ext>
            </a:extLst>
          </p:cNvPr>
          <p:cNvSpPr txBox="1"/>
          <p:nvPr/>
        </p:nvSpPr>
        <p:spPr>
          <a:xfrm>
            <a:off x="4483962" y="3490030"/>
            <a:ext cx="1991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ckwell" panose="02060603020205020403" pitchFamily="18" charset="0"/>
              </a:rPr>
              <a:t>Applying the routing over actual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0404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1" grpId="0"/>
      <p:bldP spid="43" grpId="0"/>
      <p:bldP spid="60" grpId="0"/>
      <p:bldP spid="7" grpId="0" animBg="1"/>
      <p:bldP spid="8" grpId="0" animBg="1"/>
      <p:bldP spid="16" grpId="0"/>
      <p:bldP spid="18" grpId="0"/>
      <p:bldP spid="13" grpId="0"/>
      <p:bldP spid="39" grpId="0" animBg="1"/>
      <p:bldP spid="4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76515-7233-AF7A-58F2-CF1D34B9B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D789CA-A1D9-9D91-43F7-0F9F33C7341C}"/>
              </a:ext>
            </a:extLst>
          </p:cNvPr>
          <p:cNvSpPr txBox="1"/>
          <p:nvPr/>
        </p:nvSpPr>
        <p:spPr>
          <a:xfrm>
            <a:off x="1664209" y="335338"/>
            <a:ext cx="54631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Rockwell" panose="02060603020205020403" pitchFamily="18" charset="77"/>
              </a:rPr>
              <a:t>Why ML-based TE?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6154C0-9FD6-5BA9-D326-539A0D7F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5C2E-D5E5-4958-955B-26293B3593F3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D280DFE-EAF5-0D63-56EC-364D94889C80}"/>
              </a:ext>
            </a:extLst>
          </p:cNvPr>
          <p:cNvGraphicFramePr>
            <a:graphicFrameLocks noGrp="1"/>
          </p:cNvGraphicFramePr>
          <p:nvPr/>
        </p:nvGraphicFramePr>
        <p:xfrm>
          <a:off x="528052" y="2237174"/>
          <a:ext cx="2588127" cy="16024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2709">
                  <a:extLst>
                    <a:ext uri="{9D8B030D-6E8A-4147-A177-3AD203B41FA5}">
                      <a16:colId xmlns:a16="http://schemas.microsoft.com/office/drawing/2014/main" val="169755626"/>
                    </a:ext>
                  </a:extLst>
                </a:gridCol>
                <a:gridCol w="862709">
                  <a:extLst>
                    <a:ext uri="{9D8B030D-6E8A-4147-A177-3AD203B41FA5}">
                      <a16:colId xmlns:a16="http://schemas.microsoft.com/office/drawing/2014/main" val="2182919623"/>
                    </a:ext>
                  </a:extLst>
                </a:gridCol>
                <a:gridCol w="862709">
                  <a:extLst>
                    <a:ext uri="{9D8B030D-6E8A-4147-A177-3AD203B41FA5}">
                      <a16:colId xmlns:a16="http://schemas.microsoft.com/office/drawing/2014/main" val="304561059"/>
                    </a:ext>
                  </a:extLst>
                </a:gridCol>
              </a:tblGrid>
              <a:tr h="534143"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476299"/>
                  </a:ext>
                </a:extLst>
              </a:tr>
              <a:tr h="534143"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994031"/>
                  </a:ext>
                </a:extLst>
              </a:tr>
              <a:tr h="534143"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9298772"/>
                  </a:ext>
                </a:extLst>
              </a:tr>
            </a:tbl>
          </a:graphicData>
        </a:graphic>
      </p:graphicFrame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68A34430-461B-B0A2-8464-F3C3E77C89E2}"/>
              </a:ext>
            </a:extLst>
          </p:cNvPr>
          <p:cNvGraphicFramePr>
            <a:graphicFrameLocks noGrp="1"/>
          </p:cNvGraphicFramePr>
          <p:nvPr/>
        </p:nvGraphicFramePr>
        <p:xfrm>
          <a:off x="680452" y="2389574"/>
          <a:ext cx="2588127" cy="16024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2709">
                  <a:extLst>
                    <a:ext uri="{9D8B030D-6E8A-4147-A177-3AD203B41FA5}">
                      <a16:colId xmlns:a16="http://schemas.microsoft.com/office/drawing/2014/main" val="169755626"/>
                    </a:ext>
                  </a:extLst>
                </a:gridCol>
                <a:gridCol w="862709">
                  <a:extLst>
                    <a:ext uri="{9D8B030D-6E8A-4147-A177-3AD203B41FA5}">
                      <a16:colId xmlns:a16="http://schemas.microsoft.com/office/drawing/2014/main" val="2182919623"/>
                    </a:ext>
                  </a:extLst>
                </a:gridCol>
                <a:gridCol w="862709">
                  <a:extLst>
                    <a:ext uri="{9D8B030D-6E8A-4147-A177-3AD203B41FA5}">
                      <a16:colId xmlns:a16="http://schemas.microsoft.com/office/drawing/2014/main" val="304561059"/>
                    </a:ext>
                  </a:extLst>
                </a:gridCol>
              </a:tblGrid>
              <a:tr h="534143"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476299"/>
                  </a:ext>
                </a:extLst>
              </a:tr>
              <a:tr h="534143"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994031"/>
                  </a:ext>
                </a:extLst>
              </a:tr>
              <a:tr h="534143"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9298772"/>
                  </a:ext>
                </a:extLst>
              </a:tr>
            </a:tbl>
          </a:graphicData>
        </a:graphic>
      </p:graphicFrame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FBF30FD0-21DD-1542-B82C-F4153BC38649}"/>
              </a:ext>
            </a:extLst>
          </p:cNvPr>
          <p:cNvGraphicFramePr>
            <a:graphicFrameLocks noGrp="1"/>
          </p:cNvGraphicFramePr>
          <p:nvPr/>
        </p:nvGraphicFramePr>
        <p:xfrm>
          <a:off x="832852" y="2541972"/>
          <a:ext cx="2588127" cy="16024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2709">
                  <a:extLst>
                    <a:ext uri="{9D8B030D-6E8A-4147-A177-3AD203B41FA5}">
                      <a16:colId xmlns:a16="http://schemas.microsoft.com/office/drawing/2014/main" val="169755626"/>
                    </a:ext>
                  </a:extLst>
                </a:gridCol>
                <a:gridCol w="862709">
                  <a:extLst>
                    <a:ext uri="{9D8B030D-6E8A-4147-A177-3AD203B41FA5}">
                      <a16:colId xmlns:a16="http://schemas.microsoft.com/office/drawing/2014/main" val="2182919623"/>
                    </a:ext>
                  </a:extLst>
                </a:gridCol>
                <a:gridCol w="862709">
                  <a:extLst>
                    <a:ext uri="{9D8B030D-6E8A-4147-A177-3AD203B41FA5}">
                      <a16:colId xmlns:a16="http://schemas.microsoft.com/office/drawing/2014/main" val="304561059"/>
                    </a:ext>
                  </a:extLst>
                </a:gridCol>
              </a:tblGrid>
              <a:tr h="534143"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476299"/>
                  </a:ext>
                </a:extLst>
              </a:tr>
              <a:tr h="534143"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994031"/>
                  </a:ext>
                </a:extLst>
              </a:tr>
              <a:tr h="534143"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ysClr val="windowText" lastClr="000000"/>
                          </a:solidFill>
                        </a:ln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929877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ACE80FC-C63A-0B41-3689-43E8A4761FC4}"/>
              </a:ext>
            </a:extLst>
          </p:cNvPr>
          <p:cNvSpPr txBox="1"/>
          <p:nvPr/>
        </p:nvSpPr>
        <p:spPr>
          <a:xfrm>
            <a:off x="680452" y="1610189"/>
            <a:ext cx="2419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Rockwell" panose="02060603020205020403" pitchFamily="18" charset="0"/>
              </a:rPr>
              <a:t>Input TMs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83237F26-84EF-D569-40AA-797A0D85E0C1}"/>
              </a:ext>
            </a:extLst>
          </p:cNvPr>
          <p:cNvSpPr/>
          <p:nvPr/>
        </p:nvSpPr>
        <p:spPr>
          <a:xfrm>
            <a:off x="3431831" y="3026324"/>
            <a:ext cx="802105" cy="584775"/>
          </a:xfrm>
          <a:prstGeom prst="rightArrow">
            <a:avLst>
              <a:gd name="adj1" fmla="val 45885"/>
              <a:gd name="adj2" fmla="val 50000"/>
            </a:avLst>
          </a:prstGeom>
          <a:gradFill flip="none" rotWithShape="1">
            <a:gsLst>
              <a:gs pos="0">
                <a:schemeClr val="accent4">
                  <a:lumMod val="47000"/>
                  <a:lumOff val="53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9F736C3-2CF4-FD8B-B5FD-517366F3C04D}"/>
              </a:ext>
            </a:extLst>
          </p:cNvPr>
          <p:cNvSpPr/>
          <p:nvPr/>
        </p:nvSpPr>
        <p:spPr>
          <a:xfrm>
            <a:off x="4233936" y="2849480"/>
            <a:ext cx="2679028" cy="938463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Rockwell" panose="02060603020205020403" pitchFamily="18" charset="0"/>
              </a:rPr>
              <a:t>LP Solver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EDA76270-A17D-2B61-F16E-28A38EDAE9AB}"/>
              </a:ext>
            </a:extLst>
          </p:cNvPr>
          <p:cNvSpPr/>
          <p:nvPr/>
        </p:nvSpPr>
        <p:spPr>
          <a:xfrm>
            <a:off x="6912965" y="3026324"/>
            <a:ext cx="802105" cy="584775"/>
          </a:xfrm>
          <a:prstGeom prst="rightArrow">
            <a:avLst>
              <a:gd name="adj1" fmla="val 45885"/>
              <a:gd name="adj2" fmla="val 50000"/>
            </a:avLst>
          </a:prstGeom>
          <a:gradFill flip="none" rotWithShape="1">
            <a:gsLst>
              <a:gs pos="0">
                <a:schemeClr val="accent4">
                  <a:lumMod val="47000"/>
                  <a:lumOff val="53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2C9922A-D07B-94B2-137C-2D22B6CD998B}"/>
              </a:ext>
            </a:extLst>
          </p:cNvPr>
          <p:cNvSpPr txBox="1"/>
          <p:nvPr/>
        </p:nvSpPr>
        <p:spPr>
          <a:xfrm>
            <a:off x="7486161" y="3458651"/>
            <a:ext cx="1756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Rockwell" panose="02060603020205020403" pitchFamily="18" charset="0"/>
              </a:rPr>
              <a:t>Route traffic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1543192-DADB-A9B6-E51F-3770C6F374C3}"/>
              </a:ext>
            </a:extLst>
          </p:cNvPr>
          <p:cNvSpPr txBox="1"/>
          <p:nvPr/>
        </p:nvSpPr>
        <p:spPr>
          <a:xfrm>
            <a:off x="10325167" y="1082632"/>
            <a:ext cx="844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Rockwell" panose="02060603020205020403" pitchFamily="18" charset="0"/>
              </a:rPr>
              <a:t>45%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B376DED-E1AC-7606-C17E-4BAD2E241757}"/>
              </a:ext>
            </a:extLst>
          </p:cNvPr>
          <p:cNvSpPr txBox="1"/>
          <p:nvPr/>
        </p:nvSpPr>
        <p:spPr>
          <a:xfrm>
            <a:off x="10325167" y="5492303"/>
            <a:ext cx="844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Rockwell" panose="02060603020205020403" pitchFamily="18" charset="0"/>
              </a:rPr>
              <a:t>55%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1DD2194-C1EB-E2C7-4E6D-E4670CC6CB82}"/>
              </a:ext>
            </a:extLst>
          </p:cNvPr>
          <p:cNvSpPr txBox="1"/>
          <p:nvPr/>
        </p:nvSpPr>
        <p:spPr>
          <a:xfrm>
            <a:off x="3321543" y="1610189"/>
            <a:ext cx="2902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Rockwell" panose="02060603020205020403" pitchFamily="18" charset="0"/>
              </a:rPr>
              <a:t>Capacities + Tunnels</a:t>
            </a:r>
          </a:p>
        </p:txBody>
      </p:sp>
      <p:sp>
        <p:nvSpPr>
          <p:cNvPr id="85" name="Arrow: Right 84">
            <a:extLst>
              <a:ext uri="{FF2B5EF4-FFF2-40B4-BE49-F238E27FC236}">
                <a16:creationId xmlns:a16="http://schemas.microsoft.com/office/drawing/2014/main" id="{E171EE17-984E-23E8-5B07-F7753623AE14}"/>
              </a:ext>
            </a:extLst>
          </p:cNvPr>
          <p:cNvSpPr/>
          <p:nvPr/>
        </p:nvSpPr>
        <p:spPr>
          <a:xfrm rot="5400000">
            <a:off x="4189242" y="2097186"/>
            <a:ext cx="802105" cy="584775"/>
          </a:xfrm>
          <a:prstGeom prst="rightArrow">
            <a:avLst>
              <a:gd name="adj1" fmla="val 45885"/>
              <a:gd name="adj2" fmla="val 50000"/>
            </a:avLst>
          </a:prstGeom>
          <a:gradFill flip="none" rotWithShape="1">
            <a:gsLst>
              <a:gs pos="0">
                <a:schemeClr val="accent4">
                  <a:lumMod val="47000"/>
                  <a:lumOff val="53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802C831-9CF3-1573-C2BA-8754CD4C5CB3}"/>
              </a:ext>
            </a:extLst>
          </p:cNvPr>
          <p:cNvSpPr/>
          <p:nvPr/>
        </p:nvSpPr>
        <p:spPr>
          <a:xfrm>
            <a:off x="4233936" y="2849480"/>
            <a:ext cx="2679028" cy="938463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Rockwell" panose="02060603020205020403" pitchFamily="18" charset="0"/>
              </a:rPr>
              <a:t>Neural Model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E1BFB714-91A9-A4CB-B13B-EA1FFA6F070C}"/>
              </a:ext>
            </a:extLst>
          </p:cNvPr>
          <p:cNvSpPr/>
          <p:nvPr/>
        </p:nvSpPr>
        <p:spPr>
          <a:xfrm rot="5400000">
            <a:off x="4821698" y="4759022"/>
            <a:ext cx="950999" cy="584775"/>
          </a:xfrm>
          <a:prstGeom prst="rightArrow">
            <a:avLst>
              <a:gd name="adj1" fmla="val 45885"/>
              <a:gd name="adj2" fmla="val 50000"/>
            </a:avLst>
          </a:prstGeom>
          <a:solidFill>
            <a:srgbClr val="00B050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0CC3A0-71EA-5F61-3B2F-E4FAE8D193E6}"/>
              </a:ext>
            </a:extLst>
          </p:cNvPr>
          <p:cNvSpPr txBox="1"/>
          <p:nvPr/>
        </p:nvSpPr>
        <p:spPr>
          <a:xfrm>
            <a:off x="4475747" y="3858761"/>
            <a:ext cx="24372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ckwell" panose="02060603020205020403" pitchFamily="18" charset="0"/>
              </a:rPr>
              <a:t>DOTE, NSDI 23</a:t>
            </a:r>
          </a:p>
          <a:p>
            <a:r>
              <a:rPr lang="en-US" dirty="0">
                <a:latin typeface="Rockwell" panose="02060603020205020403" pitchFamily="18" charset="0"/>
              </a:rPr>
              <a:t>HARP, SIGCOMM 24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C97DFEC-D7C7-7186-D1F9-8BC36D1AF1AC}"/>
              </a:ext>
            </a:extLst>
          </p:cNvPr>
          <p:cNvGrpSpPr/>
          <p:nvPr/>
        </p:nvGrpSpPr>
        <p:grpSpPr>
          <a:xfrm>
            <a:off x="9070335" y="1491897"/>
            <a:ext cx="2991851" cy="3958693"/>
            <a:chOff x="9070335" y="1491897"/>
            <a:chExt cx="2991851" cy="395869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0A7AC0C-C97D-B761-F39A-E97506CE3A17}"/>
                </a:ext>
              </a:extLst>
            </p:cNvPr>
            <p:cNvGrpSpPr/>
            <p:nvPr/>
          </p:nvGrpSpPr>
          <p:grpSpPr>
            <a:xfrm>
              <a:off x="9070335" y="1491897"/>
              <a:ext cx="2991851" cy="3958693"/>
              <a:chOff x="9070335" y="1491897"/>
              <a:chExt cx="2991851" cy="3958693"/>
            </a:xfrm>
          </p:grpSpPr>
          <p:sp>
            <p:nvSpPr>
              <p:cNvPr id="33" name="Flowchart: Connector 32">
                <a:extLst>
                  <a:ext uri="{FF2B5EF4-FFF2-40B4-BE49-F238E27FC236}">
                    <a16:creationId xmlns:a16="http://schemas.microsoft.com/office/drawing/2014/main" id="{709D3E3A-9986-D01A-00A1-94B5FAFB3D60}"/>
                  </a:ext>
                </a:extLst>
              </p:cNvPr>
              <p:cNvSpPr/>
              <p:nvPr/>
            </p:nvSpPr>
            <p:spPr>
              <a:xfrm>
                <a:off x="9070335" y="3113132"/>
                <a:ext cx="481263" cy="584775"/>
              </a:xfrm>
              <a:prstGeom prst="flowChartConnecto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5" name="Flowchart: Connector 34">
                <a:extLst>
                  <a:ext uri="{FF2B5EF4-FFF2-40B4-BE49-F238E27FC236}">
                    <a16:creationId xmlns:a16="http://schemas.microsoft.com/office/drawing/2014/main" id="{D86C5C6B-33CA-CB69-3BEA-5D1557F4254F}"/>
                  </a:ext>
                </a:extLst>
              </p:cNvPr>
              <p:cNvSpPr/>
              <p:nvPr/>
            </p:nvSpPr>
            <p:spPr>
              <a:xfrm>
                <a:off x="10325629" y="3113132"/>
                <a:ext cx="481263" cy="584775"/>
              </a:xfrm>
              <a:prstGeom prst="flowChartConnecto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6" name="Flowchart: Connector 35">
                <a:extLst>
                  <a:ext uri="{FF2B5EF4-FFF2-40B4-BE49-F238E27FC236}">
                    <a16:creationId xmlns:a16="http://schemas.microsoft.com/office/drawing/2014/main" id="{ADFA9E9D-684F-623B-2DA8-66E92DDA566F}"/>
                  </a:ext>
                </a:extLst>
              </p:cNvPr>
              <p:cNvSpPr/>
              <p:nvPr/>
            </p:nvSpPr>
            <p:spPr>
              <a:xfrm>
                <a:off x="11580923" y="3136612"/>
                <a:ext cx="481263" cy="584775"/>
              </a:xfrm>
              <a:prstGeom prst="flowChartConnecto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37" name="Flowchart: Connector 36">
                <a:extLst>
                  <a:ext uri="{FF2B5EF4-FFF2-40B4-BE49-F238E27FC236}">
                    <a16:creationId xmlns:a16="http://schemas.microsoft.com/office/drawing/2014/main" id="{C86CD58E-E1D1-2B3F-3462-0BB54A0BBA1E}"/>
                  </a:ext>
                </a:extLst>
              </p:cNvPr>
              <p:cNvSpPr/>
              <p:nvPr/>
            </p:nvSpPr>
            <p:spPr>
              <a:xfrm>
                <a:off x="10325628" y="1908181"/>
                <a:ext cx="481263" cy="584775"/>
              </a:xfrm>
              <a:prstGeom prst="flowChartConnecto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38" name="Flowchart: Connector 37">
                <a:extLst>
                  <a:ext uri="{FF2B5EF4-FFF2-40B4-BE49-F238E27FC236}">
                    <a16:creationId xmlns:a16="http://schemas.microsoft.com/office/drawing/2014/main" id="{879E3A62-1F48-10BC-46A9-B0E2B3B84FED}"/>
                  </a:ext>
                </a:extLst>
              </p:cNvPr>
              <p:cNvSpPr/>
              <p:nvPr/>
            </p:nvSpPr>
            <p:spPr>
              <a:xfrm>
                <a:off x="10325627" y="4393587"/>
                <a:ext cx="481263" cy="584775"/>
              </a:xfrm>
              <a:prstGeom prst="flowChartConnecto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5</a:t>
                </a:r>
              </a:p>
            </p:txBody>
          </p: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AD088E4D-9708-0A0B-3377-195204B57FBB}"/>
                  </a:ext>
                </a:extLst>
              </p:cNvPr>
              <p:cNvCxnSpPr>
                <a:cxnSpLocks/>
                <a:stCxn id="33" idx="7"/>
                <a:endCxn id="37" idx="3"/>
              </p:cNvCxnSpPr>
              <p:nvPr/>
            </p:nvCxnSpPr>
            <p:spPr>
              <a:xfrm flipV="1">
                <a:off x="9481119" y="2407318"/>
                <a:ext cx="914988" cy="791452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F0C4E1B7-49A5-0CE4-D912-447876620A43}"/>
                  </a:ext>
                </a:extLst>
              </p:cNvPr>
              <p:cNvCxnSpPr>
                <a:cxnSpLocks/>
                <a:stCxn id="33" idx="6"/>
                <a:endCxn id="35" idx="2"/>
              </p:cNvCxnSpPr>
              <p:nvPr/>
            </p:nvCxnSpPr>
            <p:spPr>
              <a:xfrm>
                <a:off x="9551598" y="3405520"/>
                <a:ext cx="774031" cy="0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7328545A-35E6-6CE3-3164-3043EFAA8212}"/>
                  </a:ext>
                </a:extLst>
              </p:cNvPr>
              <p:cNvCxnSpPr>
                <a:cxnSpLocks/>
                <a:stCxn id="33" idx="5"/>
                <a:endCxn id="38" idx="1"/>
              </p:cNvCxnSpPr>
              <p:nvPr/>
            </p:nvCxnSpPr>
            <p:spPr>
              <a:xfrm>
                <a:off x="9481119" y="3612269"/>
                <a:ext cx="914987" cy="866956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79A61DD0-A6DE-5EE5-8446-79E4613E8A23}"/>
                  </a:ext>
                </a:extLst>
              </p:cNvPr>
              <p:cNvCxnSpPr>
                <a:cxnSpLocks/>
                <a:stCxn id="37" idx="6"/>
                <a:endCxn id="36" idx="1"/>
              </p:cNvCxnSpPr>
              <p:nvPr/>
            </p:nvCxnSpPr>
            <p:spPr>
              <a:xfrm>
                <a:off x="10806891" y="2200569"/>
                <a:ext cx="844511" cy="1021681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99E8195D-C6A3-EAFE-95B6-66142B7B24B2}"/>
                  </a:ext>
                </a:extLst>
              </p:cNvPr>
              <p:cNvCxnSpPr>
                <a:cxnSpLocks/>
                <a:stCxn id="35" idx="6"/>
                <a:endCxn id="36" idx="2"/>
              </p:cNvCxnSpPr>
              <p:nvPr/>
            </p:nvCxnSpPr>
            <p:spPr>
              <a:xfrm>
                <a:off x="10806892" y="3405520"/>
                <a:ext cx="774031" cy="23480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D9BF5A6C-2C89-480E-8DEC-7D3005DD0451}"/>
                  </a:ext>
                </a:extLst>
              </p:cNvPr>
              <p:cNvCxnSpPr>
                <a:cxnSpLocks/>
                <a:stCxn id="38" idx="6"/>
                <a:endCxn id="36" idx="3"/>
              </p:cNvCxnSpPr>
              <p:nvPr/>
            </p:nvCxnSpPr>
            <p:spPr>
              <a:xfrm flipV="1">
                <a:off x="10806890" y="3635749"/>
                <a:ext cx="844512" cy="1050226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0E5978B6-6C6D-931A-6AB9-FA88B5DA5863}"/>
                  </a:ext>
                </a:extLst>
              </p:cNvPr>
              <p:cNvSpPr/>
              <p:nvPr/>
            </p:nvSpPr>
            <p:spPr>
              <a:xfrm>
                <a:off x="9274872" y="3681663"/>
                <a:ext cx="2514600" cy="1768927"/>
              </a:xfrm>
              <a:custGeom>
                <a:avLst/>
                <a:gdLst>
                  <a:gd name="connsiteX0" fmla="*/ 0 w 2514600"/>
                  <a:gd name="connsiteY0" fmla="*/ 0 h 1768927"/>
                  <a:gd name="connsiteX1" fmla="*/ 1275347 w 2514600"/>
                  <a:gd name="connsiteY1" fmla="*/ 1768642 h 1768927"/>
                  <a:gd name="connsiteX2" fmla="*/ 2514600 w 2514600"/>
                  <a:gd name="connsiteY2" fmla="*/ 108284 h 17689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14600" h="1768927">
                    <a:moveTo>
                      <a:pt x="0" y="0"/>
                    </a:moveTo>
                    <a:cubicBezTo>
                      <a:pt x="428123" y="875297"/>
                      <a:pt x="856247" y="1750595"/>
                      <a:pt x="1275347" y="1768642"/>
                    </a:cubicBezTo>
                    <a:cubicBezTo>
                      <a:pt x="1694447" y="1786689"/>
                      <a:pt x="2104523" y="947486"/>
                      <a:pt x="2514600" y="108284"/>
                    </a:cubicBezTo>
                  </a:path>
                </a:pathLst>
              </a:custGeom>
              <a:ln w="508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0979DD5B-DC9F-8CC1-0535-09C446700ECA}"/>
                  </a:ext>
                </a:extLst>
              </p:cNvPr>
              <p:cNvSpPr/>
              <p:nvPr/>
            </p:nvSpPr>
            <p:spPr>
              <a:xfrm>
                <a:off x="9262841" y="1491897"/>
                <a:ext cx="2526632" cy="1602429"/>
              </a:xfrm>
              <a:custGeom>
                <a:avLst/>
                <a:gdLst>
                  <a:gd name="connsiteX0" fmla="*/ 0 w 2610853"/>
                  <a:gd name="connsiteY0" fmla="*/ 1624282 h 1624282"/>
                  <a:gd name="connsiteX1" fmla="*/ 1251284 w 2610853"/>
                  <a:gd name="connsiteY1" fmla="*/ 19 h 1624282"/>
                  <a:gd name="connsiteX2" fmla="*/ 2610853 w 2610853"/>
                  <a:gd name="connsiteY2" fmla="*/ 1588187 h 1624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10853" h="1624282">
                    <a:moveTo>
                      <a:pt x="0" y="1624282"/>
                    </a:moveTo>
                    <a:cubicBezTo>
                      <a:pt x="408071" y="815158"/>
                      <a:pt x="816142" y="6035"/>
                      <a:pt x="1251284" y="19"/>
                    </a:cubicBezTo>
                    <a:cubicBezTo>
                      <a:pt x="1686426" y="-5997"/>
                      <a:pt x="2384258" y="1353571"/>
                      <a:pt x="2610853" y="1588187"/>
                    </a:cubicBezTo>
                  </a:path>
                </a:pathLst>
              </a:custGeom>
              <a:ln w="508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B8139C2-3484-157C-4DC0-60FB3B4E8247}"/>
                </a:ext>
              </a:extLst>
            </p:cNvPr>
            <p:cNvSpPr txBox="1"/>
            <p:nvPr/>
          </p:nvSpPr>
          <p:spPr>
            <a:xfrm rot="18900000">
              <a:off x="9875520" y="2310213"/>
              <a:ext cx="4622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latin typeface="Rockwell" panose="02060603020205020403" pitchFamily="18" charset="0"/>
                </a:rPr>
                <a:t>C1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CDF2587-95DD-B362-A547-7879A78D4D0A}"/>
                </a:ext>
              </a:extLst>
            </p:cNvPr>
            <p:cNvSpPr txBox="1"/>
            <p:nvPr/>
          </p:nvSpPr>
          <p:spPr>
            <a:xfrm rot="3253617">
              <a:off x="10731953" y="2472138"/>
              <a:ext cx="4622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latin typeface="Rockwell" panose="02060603020205020403" pitchFamily="18" charset="0"/>
                </a:rPr>
                <a:t>C1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A7CC4CC-5D91-131F-9CCE-74C12E0DC927}"/>
                </a:ext>
              </a:extLst>
            </p:cNvPr>
            <p:cNvSpPr txBox="1"/>
            <p:nvPr/>
          </p:nvSpPr>
          <p:spPr>
            <a:xfrm>
              <a:off x="9683534" y="3080861"/>
              <a:ext cx="4622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latin typeface="Rockwell" panose="02060603020205020403" pitchFamily="18" charset="0"/>
                </a:rPr>
                <a:t>C2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8F5678A-3200-7EE7-85ED-F126C6D2810B}"/>
                </a:ext>
              </a:extLst>
            </p:cNvPr>
            <p:cNvSpPr txBox="1"/>
            <p:nvPr/>
          </p:nvSpPr>
          <p:spPr>
            <a:xfrm>
              <a:off x="10883589" y="3080861"/>
              <a:ext cx="4622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latin typeface="Rockwell" panose="02060603020205020403" pitchFamily="18" charset="0"/>
                </a:rPr>
                <a:t>C2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D30E9BA-09F2-2832-2F95-38B00161EEDA}"/>
                </a:ext>
              </a:extLst>
            </p:cNvPr>
            <p:cNvSpPr txBox="1"/>
            <p:nvPr/>
          </p:nvSpPr>
          <p:spPr>
            <a:xfrm rot="2751256">
              <a:off x="9738876" y="3672078"/>
              <a:ext cx="4622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latin typeface="Rockwell" panose="02060603020205020403" pitchFamily="18" charset="0"/>
                </a:rPr>
                <a:t>C3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2CAD13C-7847-FE94-C026-C14BC70F2D6E}"/>
                </a:ext>
              </a:extLst>
            </p:cNvPr>
            <p:cNvSpPr txBox="1"/>
            <p:nvPr/>
          </p:nvSpPr>
          <p:spPr>
            <a:xfrm rot="18650378">
              <a:off x="10883588" y="3890366"/>
              <a:ext cx="4622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>
                  <a:latin typeface="Rockwell" panose="02060603020205020403" pitchFamily="18" charset="0"/>
                </a:rPr>
                <a:t>C3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8551A39D-F62F-F85D-6012-5C830FBFF30C}"/>
              </a:ext>
            </a:extLst>
          </p:cNvPr>
          <p:cNvSpPr txBox="1"/>
          <p:nvPr/>
        </p:nvSpPr>
        <p:spPr>
          <a:xfrm>
            <a:off x="3420979" y="5715645"/>
            <a:ext cx="508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Rockwell" panose="02060603020205020403" pitchFamily="18" charset="0"/>
                <a:ea typeface="Calibri"/>
                <a:cs typeface="Calibri"/>
              </a:rPr>
              <a:t>Learn to be resilient to prediction error</a:t>
            </a:r>
            <a:endParaRPr lang="en-US" sz="1600" dirty="0">
              <a:latin typeface="Rockwell" panose="020606030202050204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Rockwell" panose="02060603020205020403" pitchFamily="18" charset="0"/>
              </a:rPr>
              <a:t>Results in a better routing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4339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 animBg="1"/>
      <p:bldP spid="13" grpId="0" animBg="1"/>
      <p:bldP spid="17" grpId="0" animBg="1"/>
      <p:bldP spid="72" grpId="0"/>
      <p:bldP spid="74" grpId="0"/>
      <p:bldP spid="76" grpId="0"/>
      <p:bldP spid="84" grpId="0"/>
      <p:bldP spid="85" grpId="0" animBg="1"/>
      <p:bldP spid="15" grpId="0" animBg="1"/>
      <p:bldP spid="14" grpId="0" animBg="1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8773-94F6-9C1A-03BD-2F0E7BD63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6F8C04-EB12-9E91-3C19-936638FE8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5C2E-D5E5-4958-955B-26293B3593F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3BFB84-942A-240B-8FB9-13F3E747704C}"/>
              </a:ext>
            </a:extLst>
          </p:cNvPr>
          <p:cNvSpPr txBox="1"/>
          <p:nvPr/>
        </p:nvSpPr>
        <p:spPr>
          <a:xfrm>
            <a:off x="1664207" y="335338"/>
            <a:ext cx="10539663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Rockwell"/>
              </a:rPr>
              <a:t>Hattrick vs State of the Art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B4550FF-0CFB-AA7B-7477-CC7A900F273F}"/>
              </a:ext>
            </a:extLst>
          </p:cNvPr>
          <p:cNvCxnSpPr>
            <a:cxnSpLocks/>
          </p:cNvCxnSpPr>
          <p:nvPr/>
        </p:nvCxnSpPr>
        <p:spPr>
          <a:xfrm>
            <a:off x="3514470" y="4215824"/>
            <a:ext cx="524178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E19503-3A9B-EC3D-D932-55A34FA1C5E4}"/>
              </a:ext>
            </a:extLst>
          </p:cNvPr>
          <p:cNvCxnSpPr>
            <a:cxnSpLocks/>
          </p:cNvCxnSpPr>
          <p:nvPr/>
        </p:nvCxnSpPr>
        <p:spPr>
          <a:xfrm flipV="1">
            <a:off x="5892735" y="1677161"/>
            <a:ext cx="0" cy="458632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365E129-CD48-B63F-9F8F-AE17D3274EB4}"/>
              </a:ext>
            </a:extLst>
          </p:cNvPr>
          <p:cNvSpPr txBox="1"/>
          <p:nvPr/>
        </p:nvSpPr>
        <p:spPr>
          <a:xfrm>
            <a:off x="8883460" y="3837817"/>
            <a:ext cx="3208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Rockwell" panose="02060603020205020403" pitchFamily="18" charset="0"/>
              </a:rPr>
              <a:t>Supporting multiple traffic classes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7F4D50-26E1-596F-007D-8CEC5D57908D}"/>
              </a:ext>
            </a:extLst>
          </p:cNvPr>
          <p:cNvSpPr txBox="1"/>
          <p:nvPr/>
        </p:nvSpPr>
        <p:spPr>
          <a:xfrm>
            <a:off x="4095243" y="1056307"/>
            <a:ext cx="4532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Rockwell" panose="02060603020205020403" pitchFamily="18" charset="0"/>
              </a:rPr>
              <a:t>Resilience to prediction error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CAECBCB-092E-04A9-5965-B5FEC5DF6B89}"/>
              </a:ext>
            </a:extLst>
          </p:cNvPr>
          <p:cNvSpPr/>
          <p:nvPr/>
        </p:nvSpPr>
        <p:spPr>
          <a:xfrm>
            <a:off x="8425901" y="1715722"/>
            <a:ext cx="403057" cy="41739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7AE4D3-A66A-C3D9-96B0-ABDCCBABD152}"/>
              </a:ext>
            </a:extLst>
          </p:cNvPr>
          <p:cNvSpPr txBox="1"/>
          <p:nvPr/>
        </p:nvSpPr>
        <p:spPr>
          <a:xfrm>
            <a:off x="9391443" y="1695515"/>
            <a:ext cx="1937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Rockwell" panose="02060603020205020403" pitchFamily="18" charset="0"/>
              </a:rPr>
              <a:t>Hattrick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D2C9AB4-9C54-DB3A-F693-3BC995479741}"/>
              </a:ext>
            </a:extLst>
          </p:cNvPr>
          <p:cNvCxnSpPr>
            <a:cxnSpLocks/>
            <a:stCxn id="12" idx="6"/>
            <a:endCxn id="15" idx="1"/>
          </p:cNvCxnSpPr>
          <p:nvPr/>
        </p:nvCxnSpPr>
        <p:spPr>
          <a:xfrm>
            <a:off x="8828958" y="1924419"/>
            <a:ext cx="562485" cy="1929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CEE1D6BC-FFC0-FE90-AADB-C957BAB83573}"/>
              </a:ext>
            </a:extLst>
          </p:cNvPr>
          <p:cNvSpPr/>
          <p:nvPr/>
        </p:nvSpPr>
        <p:spPr>
          <a:xfrm>
            <a:off x="8413869" y="5196392"/>
            <a:ext cx="403057" cy="41739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B87116-B91B-65D0-29AE-DCF25F6D79AB}"/>
              </a:ext>
            </a:extLst>
          </p:cNvPr>
          <p:cNvSpPr txBox="1"/>
          <p:nvPr/>
        </p:nvSpPr>
        <p:spPr>
          <a:xfrm>
            <a:off x="9379411" y="5015916"/>
            <a:ext cx="26401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Rockwell" panose="02060603020205020403" pitchFamily="18" charset="0"/>
              </a:rPr>
              <a:t>SWAN, EBB, B4, Flexile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7AC4875-F02B-BCA5-91C5-2FB8EB9A36C8}"/>
              </a:ext>
            </a:extLst>
          </p:cNvPr>
          <p:cNvCxnSpPr>
            <a:cxnSpLocks/>
            <a:stCxn id="9" idx="6"/>
            <a:endCxn id="13" idx="1"/>
          </p:cNvCxnSpPr>
          <p:nvPr/>
        </p:nvCxnSpPr>
        <p:spPr>
          <a:xfrm flipV="1">
            <a:off x="8816926" y="5400637"/>
            <a:ext cx="562485" cy="445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4B7BD88E-EED7-E3BB-8D17-3702A001D99D}"/>
              </a:ext>
            </a:extLst>
          </p:cNvPr>
          <p:cNvSpPr/>
          <p:nvPr/>
        </p:nvSpPr>
        <p:spPr>
          <a:xfrm>
            <a:off x="3580650" y="1715722"/>
            <a:ext cx="403057" cy="417394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A8B781-EF52-FC02-90F1-111325E7F1C9}"/>
              </a:ext>
            </a:extLst>
          </p:cNvPr>
          <p:cNvSpPr txBox="1"/>
          <p:nvPr/>
        </p:nvSpPr>
        <p:spPr>
          <a:xfrm>
            <a:off x="0" y="1524231"/>
            <a:ext cx="30181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Rockwell" panose="02060603020205020403" pitchFamily="18" charset="0"/>
              </a:rPr>
              <a:t>DOTE (NSDI’23)</a:t>
            </a:r>
          </a:p>
          <a:p>
            <a:r>
              <a:rPr lang="en-US" sz="2200" dirty="0">
                <a:latin typeface="Rockwell" panose="02060603020205020403" pitchFamily="18" charset="0"/>
              </a:rPr>
              <a:t>HARP (SIGCOMM’24)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99A7D71-71FB-D6A0-EDD7-F4E8AB1C17D7}"/>
              </a:ext>
            </a:extLst>
          </p:cNvPr>
          <p:cNvCxnSpPr>
            <a:cxnSpLocks/>
            <a:stCxn id="19" idx="2"/>
            <a:endCxn id="20" idx="3"/>
          </p:cNvCxnSpPr>
          <p:nvPr/>
        </p:nvCxnSpPr>
        <p:spPr>
          <a:xfrm flipH="1" flipV="1">
            <a:off x="3018166" y="1908952"/>
            <a:ext cx="562484" cy="15467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37B0872-6534-97B0-787D-417DF657CDE9}"/>
              </a:ext>
            </a:extLst>
          </p:cNvPr>
          <p:cNvSpPr txBox="1"/>
          <p:nvPr/>
        </p:nvSpPr>
        <p:spPr>
          <a:xfrm>
            <a:off x="788972" y="2373145"/>
            <a:ext cx="22558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Rockwell" panose="02060603020205020403" pitchFamily="18" charset="0"/>
              </a:rPr>
              <a:t>ML-based TE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92E697-4C10-C362-3635-6DE6FE0D07C0}"/>
              </a:ext>
            </a:extLst>
          </p:cNvPr>
          <p:cNvSpPr txBox="1"/>
          <p:nvPr/>
        </p:nvSpPr>
        <p:spPr>
          <a:xfrm>
            <a:off x="9379411" y="5918111"/>
            <a:ext cx="2234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Rockwell" panose="02060603020205020403" pitchFamily="18" charset="0"/>
              </a:rPr>
              <a:t>LP-based TE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4092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/>
      <p:bldP spid="9" grpId="0" animBg="1"/>
      <p:bldP spid="13" grpId="0"/>
      <p:bldP spid="19" grpId="0" animBg="1"/>
      <p:bldP spid="20" grpId="0"/>
      <p:bldP spid="29" grpId="0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3BDD8-5219-8BF1-7870-69A22FD6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6BBF1A-1C97-E1F7-2E2B-EBBDB2895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5C2E-D5E5-4958-955B-26293B3593F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E17F83-4648-656B-1E6B-2CFD168C0F18}"/>
              </a:ext>
            </a:extLst>
          </p:cNvPr>
          <p:cNvSpPr txBox="1"/>
          <p:nvPr/>
        </p:nvSpPr>
        <p:spPr>
          <a:xfrm>
            <a:off x="1664207" y="335338"/>
            <a:ext cx="10539663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Rockwell"/>
              </a:rPr>
              <a:t>Hattrick vs State of the Art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4152598-6695-B95A-A17F-4BC640EFCAE4}"/>
              </a:ext>
            </a:extLst>
          </p:cNvPr>
          <p:cNvCxnSpPr>
            <a:cxnSpLocks/>
          </p:cNvCxnSpPr>
          <p:nvPr/>
        </p:nvCxnSpPr>
        <p:spPr>
          <a:xfrm>
            <a:off x="2779295" y="4504586"/>
            <a:ext cx="597695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E9C2284-421D-C67E-39DC-F7E0E4B34C95}"/>
              </a:ext>
            </a:extLst>
          </p:cNvPr>
          <p:cNvSpPr txBox="1"/>
          <p:nvPr/>
        </p:nvSpPr>
        <p:spPr>
          <a:xfrm>
            <a:off x="8883460" y="4126579"/>
            <a:ext cx="3208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Rockwell" panose="02060603020205020403" pitchFamily="18" charset="0"/>
              </a:rPr>
              <a:t>Optimize metrics given by a simulator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87535D-DFF3-CE5F-1715-156B6A3A41E3}"/>
              </a:ext>
            </a:extLst>
          </p:cNvPr>
          <p:cNvSpPr/>
          <p:nvPr/>
        </p:nvSpPr>
        <p:spPr>
          <a:xfrm>
            <a:off x="4660015" y="3809235"/>
            <a:ext cx="403057" cy="41739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800B87-3001-18B2-D71A-7DFDB237A6B2}"/>
              </a:ext>
            </a:extLst>
          </p:cNvPr>
          <p:cNvSpPr txBox="1"/>
          <p:nvPr/>
        </p:nvSpPr>
        <p:spPr>
          <a:xfrm>
            <a:off x="5625557" y="3776996"/>
            <a:ext cx="1937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Rockwell" panose="02060603020205020403" pitchFamily="18" charset="0"/>
              </a:rPr>
              <a:t>Hattrick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F00A8C4-CB3A-1CAB-D3ED-4561BF61092F}"/>
              </a:ext>
            </a:extLst>
          </p:cNvPr>
          <p:cNvCxnSpPr>
            <a:cxnSpLocks/>
            <a:stCxn id="12" idx="6"/>
            <a:endCxn id="15" idx="1"/>
          </p:cNvCxnSpPr>
          <p:nvPr/>
        </p:nvCxnSpPr>
        <p:spPr>
          <a:xfrm flipV="1">
            <a:off x="5063072" y="4007829"/>
            <a:ext cx="562485" cy="10103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61409FBF-B9F4-26F8-3F12-FFDDC6FC7EE9}"/>
              </a:ext>
            </a:extLst>
          </p:cNvPr>
          <p:cNvSpPr/>
          <p:nvPr/>
        </p:nvSpPr>
        <p:spPr>
          <a:xfrm>
            <a:off x="2852727" y="4764842"/>
            <a:ext cx="403057" cy="41739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D7492E-50CF-FC49-63FD-74D3B51A2876}"/>
              </a:ext>
            </a:extLst>
          </p:cNvPr>
          <p:cNvSpPr txBox="1"/>
          <p:nvPr/>
        </p:nvSpPr>
        <p:spPr>
          <a:xfrm>
            <a:off x="2156401" y="5753862"/>
            <a:ext cx="18019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Rockwell" panose="02060603020205020403" pitchFamily="18" charset="0"/>
              </a:rPr>
              <a:t>SWAN, EBB, B4, Flexile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6DDBE3E-64F3-2B80-EF1E-8802A44DE1A3}"/>
              </a:ext>
            </a:extLst>
          </p:cNvPr>
          <p:cNvCxnSpPr>
            <a:cxnSpLocks/>
            <a:stCxn id="9" idx="4"/>
            <a:endCxn id="13" idx="0"/>
          </p:cNvCxnSpPr>
          <p:nvPr/>
        </p:nvCxnSpPr>
        <p:spPr>
          <a:xfrm>
            <a:off x="3054256" y="5182236"/>
            <a:ext cx="3136" cy="571626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91D8E1F8-9AB2-BA67-4802-93E0753E8C23}"/>
              </a:ext>
            </a:extLst>
          </p:cNvPr>
          <p:cNvSpPr/>
          <p:nvPr/>
        </p:nvSpPr>
        <p:spPr>
          <a:xfrm>
            <a:off x="2850968" y="3809235"/>
            <a:ext cx="403057" cy="417394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83A5D9-11BB-73C0-94C4-F2B6F9E98A93}"/>
              </a:ext>
            </a:extLst>
          </p:cNvPr>
          <p:cNvSpPr txBox="1"/>
          <p:nvPr/>
        </p:nvSpPr>
        <p:spPr>
          <a:xfrm>
            <a:off x="1546423" y="2557529"/>
            <a:ext cx="30181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Rockwell" panose="02060603020205020403" pitchFamily="18" charset="0"/>
              </a:rPr>
              <a:t>DOTE (NSDI’23)</a:t>
            </a:r>
          </a:p>
          <a:p>
            <a:r>
              <a:rPr lang="en-US" sz="2200" dirty="0">
                <a:latin typeface="Rockwell" panose="02060603020205020403" pitchFamily="18" charset="0"/>
              </a:rPr>
              <a:t>HARP (SIGCOMM’24)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CC0C28E-3816-B671-AC5C-091B5788509B}"/>
              </a:ext>
            </a:extLst>
          </p:cNvPr>
          <p:cNvCxnSpPr>
            <a:cxnSpLocks/>
            <a:stCxn id="19" idx="0"/>
            <a:endCxn id="20" idx="2"/>
          </p:cNvCxnSpPr>
          <p:nvPr/>
        </p:nvCxnSpPr>
        <p:spPr>
          <a:xfrm flipV="1">
            <a:off x="3052497" y="3326970"/>
            <a:ext cx="3009" cy="482265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6C9FA74-0583-9A6F-A83B-EE55FE8BF9C0}"/>
              </a:ext>
            </a:extLst>
          </p:cNvPr>
          <p:cNvSpPr txBox="1"/>
          <p:nvPr/>
        </p:nvSpPr>
        <p:spPr>
          <a:xfrm>
            <a:off x="397042" y="4265968"/>
            <a:ext cx="2097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Rockwell" panose="02060603020205020403" pitchFamily="18" charset="0"/>
              </a:rPr>
              <a:t>Model-based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4C6710-ABD4-A307-831E-DDC1BEC360C7}"/>
              </a:ext>
            </a:extLst>
          </p:cNvPr>
          <p:cNvSpPr txBox="1"/>
          <p:nvPr/>
        </p:nvSpPr>
        <p:spPr>
          <a:xfrm>
            <a:off x="683050" y="916772"/>
            <a:ext cx="110818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ockwell" panose="02060603020205020403" pitchFamily="18" charset="0"/>
              </a:rPr>
              <a:t>Hattrick, a first step towards optimizing metrics generated by a simulator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Rockwell" panose="02060603020205020403" pitchFamily="18" charset="0"/>
              </a:rPr>
              <a:t>Simulator: Model network behavior under congestion caused by prediction error.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latin typeface="Rockwell" panose="02060603020205020403" pitchFamily="18" charset="0"/>
              </a:rPr>
              <a:t>Example: Traffic prioritization at routers.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ockwell" panose="02060603020205020403" pitchFamily="18" charset="0"/>
              </a:rPr>
              <a:t>Unique untapped opportunity available to ML-based techniques.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60603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FF5D1-4617-49D4-B2DA-C104F500B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283576-62A6-2F22-45FC-4C85BD26E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5C2E-D5E5-4958-955B-26293B3593F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812B53-9702-2C05-2CF3-01CFD216EECC}"/>
              </a:ext>
            </a:extLst>
          </p:cNvPr>
          <p:cNvSpPr txBox="1"/>
          <p:nvPr/>
        </p:nvSpPr>
        <p:spPr>
          <a:xfrm>
            <a:off x="1664208" y="335338"/>
            <a:ext cx="105277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sz="2800">
                <a:solidFill>
                  <a:srgbClr val="000000"/>
                </a:solidFill>
                <a:latin typeface="Rockwell" panose="02060603020205020403" pitchFamily="18" charset="77"/>
              </a:rPr>
              <a:t>Contributions</a:t>
            </a:r>
            <a:endParaRPr lang="en-US" sz="2800" b="0" i="0" u="none" strike="noStrike">
              <a:solidFill>
                <a:srgbClr val="000000"/>
              </a:solidFill>
              <a:effectLst/>
              <a:latin typeface="Rockwell" panose="02060603020205020403" pitchFamily="18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D48EFA-CD92-DB82-A0CD-9CE4440B709E}"/>
              </a:ext>
            </a:extLst>
          </p:cNvPr>
          <p:cNvSpPr txBox="1"/>
          <p:nvPr/>
        </p:nvSpPr>
        <p:spPr>
          <a:xfrm>
            <a:off x="753618" y="1188108"/>
            <a:ext cx="111335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>
              <a:latin typeface="Rockwell" panose="02060603020205020403" pitchFamily="18" charset="77"/>
              <a:sym typeface="Wingdings" panose="05000000000000000000" pitchFamily="2" charset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63A741-3FB9-8E1E-42C2-6F082244CFD0}"/>
              </a:ext>
            </a:extLst>
          </p:cNvPr>
          <p:cNvSpPr txBox="1"/>
          <p:nvPr/>
        </p:nvSpPr>
        <p:spPr>
          <a:xfrm>
            <a:off x="771203" y="1188108"/>
            <a:ext cx="11133582" cy="35702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Rockwell"/>
                <a:sym typeface="Wingdings" panose="05000000000000000000" pitchFamily="2" charset="2"/>
              </a:rPr>
              <a:t>Hattrick</a:t>
            </a:r>
            <a:r>
              <a:rPr lang="en-US" sz="2200" dirty="0">
                <a:latin typeface="Rockwell"/>
                <a:sym typeface="Wingdings" panose="05000000000000000000" pitchFamily="2" charset="2"/>
              </a:rPr>
              <a:t>:</a:t>
            </a:r>
            <a:r>
              <a:rPr lang="en-US" sz="2200" b="1" dirty="0">
                <a:latin typeface="Rockwell"/>
                <a:sym typeface="Wingdings" panose="05000000000000000000" pitchFamily="2" charset="2"/>
              </a:rPr>
              <a:t> </a:t>
            </a:r>
            <a:r>
              <a:rPr lang="en-US" sz="2200" dirty="0">
                <a:latin typeface="Rockwell"/>
                <a:sym typeface="Wingdings" panose="05000000000000000000" pitchFamily="2" charset="2"/>
              </a:rPr>
              <a:t>First ML-based TE scheme that can handle multi-class TE</a:t>
            </a:r>
            <a:endParaRPr lang="en-US" sz="2200" dirty="0">
              <a:latin typeface="Rockwell"/>
            </a:endParaRPr>
          </a:p>
          <a:p>
            <a:endParaRPr lang="en-US" sz="2400" dirty="0">
              <a:latin typeface="Rockwell" panose="02060603020205020403" pitchFamily="18" charset="77"/>
              <a:sym typeface="Wingdings" panose="05000000000000000000" pitchFamily="2" charset="2"/>
            </a:endParaRPr>
          </a:p>
          <a:p>
            <a:endParaRPr lang="en-US" sz="2400" dirty="0">
              <a:latin typeface="Rockwell" panose="02060603020205020403" pitchFamily="18" charset="77"/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Rockwell" panose="02060603020205020403" pitchFamily="18" charset="77"/>
                <a:sym typeface="Wingdings" panose="05000000000000000000" pitchFamily="2" charset="2"/>
              </a:rPr>
              <a:t>Hattrick performs better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Rockwell"/>
                <a:sym typeface="Wingdings" panose="05000000000000000000" pitchFamily="2" charset="2"/>
              </a:rPr>
              <a:t>Improves 99% successfully delivered flow relative to Microsoft’s </a:t>
            </a:r>
            <a:r>
              <a:rPr lang="en-US" b="1" dirty="0">
                <a:latin typeface="Rockwell"/>
                <a:sym typeface="Wingdings" panose="05000000000000000000" pitchFamily="2" charset="2"/>
              </a:rPr>
              <a:t>SWAN</a:t>
            </a:r>
            <a:r>
              <a:rPr lang="en-US" dirty="0">
                <a:latin typeface="Rockwell"/>
                <a:sym typeface="Wingdings" panose="05000000000000000000" pitchFamily="2" charset="2"/>
              </a:rPr>
              <a:t> by 5.5% to 19.3% across traffic classes.</a:t>
            </a:r>
            <a:endParaRPr lang="en-US" dirty="0">
              <a:latin typeface="Rockwell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Rockwell"/>
                <a:sym typeface="Wingdings" panose="05000000000000000000" pitchFamily="2" charset="2"/>
              </a:rPr>
              <a:t>Improvements are up to 11% relative to an optimal LP-based strategy.</a:t>
            </a:r>
            <a:endParaRPr lang="en-US" dirty="0">
              <a:latin typeface="Rockwell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>
              <a:latin typeface="Rockwell"/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Rockwell"/>
                <a:sym typeface="Wingdings" panose="05000000000000000000" pitchFamily="2" charset="2"/>
              </a:rPr>
              <a:t>Hattrick reduces computation times.</a:t>
            </a:r>
            <a:endParaRPr lang="en-US" dirty="0">
              <a:latin typeface="Rockwell"/>
              <a:sym typeface="Wingdings" panose="05000000000000000000" pitchFamily="2" charset="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Rockwell"/>
                <a:sym typeface="Wingdings" panose="05000000000000000000" pitchFamily="2" charset="2"/>
              </a:rPr>
              <a:t>Up to 280X faster than the optimal LP-based strategy</a:t>
            </a:r>
            <a:endParaRPr lang="en-US" dirty="0">
              <a:latin typeface="Rockwell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Rockwell"/>
                <a:sym typeface="Wingdings" panose="05000000000000000000" pitchFamily="2" charset="2"/>
              </a:rPr>
              <a:t>Up to 36X faster than SWAN.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8381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C2EF4-DA58-E68A-D5C9-9CD2A2A82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4E387E-E4B7-51EC-55EB-DA67CED4855D}"/>
              </a:ext>
            </a:extLst>
          </p:cNvPr>
          <p:cNvSpPr txBox="1"/>
          <p:nvPr/>
        </p:nvSpPr>
        <p:spPr>
          <a:xfrm>
            <a:off x="1664208" y="335338"/>
            <a:ext cx="69622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Rockwell" panose="02060603020205020403" pitchFamily="18" charset="77"/>
              </a:rPr>
              <a:t>Challenges for ML-based Multi-Class TE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Rockwell" panose="02060603020205020403" pitchFamily="18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4290BC-B140-DBEE-4E9E-136FC326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5C2E-D5E5-4958-955B-26293B3593F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55D4E9-A5F9-1744-82CC-D09F16311DF9}"/>
              </a:ext>
            </a:extLst>
          </p:cNvPr>
          <p:cNvSpPr txBox="1"/>
          <p:nvPr/>
        </p:nvSpPr>
        <p:spPr>
          <a:xfrm>
            <a:off x="514505" y="947477"/>
            <a:ext cx="10891432" cy="526297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Rockwell"/>
              </a:rPr>
              <a:t>Challenge: Ability to handle multi-class 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Rockwell"/>
              </a:rPr>
              <a:t>Solution: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Rockwell"/>
              </a:rPr>
              <a:t>Align neural architecture to multi-class TE optimization.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Rockwel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Rockwel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Rockwell"/>
              </a:rPr>
              <a:t>Challenge: Respect priorities of different classes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Rockwell"/>
              </a:rPr>
              <a:t>Solution:</a:t>
            </a:r>
            <a:endParaRPr lang="en-US" sz="16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Rockwell"/>
              </a:rPr>
              <a:t>Precedence-aware learning</a:t>
            </a:r>
            <a:endParaRPr lang="en-US" sz="1600" dirty="0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>
              <a:latin typeface="Rockwel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Rockwel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Rockwell"/>
              </a:rPr>
              <a:t>Challenge: Handling prediction error</a:t>
            </a:r>
            <a:endParaRPr lang="en-US" sz="2400" dirty="0">
              <a:latin typeface="Rockwell" panose="020606030202050204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Rockwell"/>
              </a:rPr>
              <a:t>Solution: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Rockwell"/>
              </a:rPr>
              <a:t>Learn with feedback from simulator</a:t>
            </a:r>
            <a:endParaRPr lang="en-US" sz="2400" dirty="0">
              <a:latin typeface="Rockwell" panose="02060603020205020403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Rockwell"/>
              </a:rPr>
              <a:t>Introduce auxiliary metrics</a:t>
            </a:r>
            <a:endParaRPr lang="en-US" sz="2400" dirty="0">
              <a:latin typeface="Rockwell" panose="02060603020205020403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2163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AB9F4-45CF-9E32-CA62-D1D45C7C0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7E18EF-407D-B290-5765-589BECE2FBC9}"/>
              </a:ext>
            </a:extLst>
          </p:cNvPr>
          <p:cNvSpPr txBox="1"/>
          <p:nvPr/>
        </p:nvSpPr>
        <p:spPr>
          <a:xfrm>
            <a:off x="1664208" y="335338"/>
            <a:ext cx="105277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Rockwell" panose="02060603020205020403" pitchFamily="18" charset="77"/>
              </a:rPr>
              <a:t>Hattrick’s Architecture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Rockwell" panose="02060603020205020403" pitchFamily="18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7BADEF-28B1-64E4-5EB6-6F92E6E6D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5C2E-D5E5-4958-955B-26293B3593F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F4C736-F83B-43DC-22F5-1923ACDA936C}"/>
              </a:ext>
            </a:extLst>
          </p:cNvPr>
          <p:cNvSpPr txBox="1"/>
          <p:nvPr/>
        </p:nvSpPr>
        <p:spPr>
          <a:xfrm>
            <a:off x="235394" y="998158"/>
            <a:ext cx="49767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0"/>
              </a:rPr>
              <a:t>Stage #2 can tune high-class routing to jointly optimize both classes.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0"/>
              </a:rPr>
              <a:t>Architecture is aligned to the optimal LP-based strategy.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AEA149-E657-0C14-1947-2B0BB3105C7D}"/>
              </a:ext>
            </a:extLst>
          </p:cNvPr>
          <p:cNvSpPr/>
          <p:nvPr/>
        </p:nvSpPr>
        <p:spPr>
          <a:xfrm>
            <a:off x="467423" y="3283037"/>
            <a:ext cx="2430792" cy="6931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ckwell" panose="02060603020205020403" pitchFamily="18" charset="0"/>
              </a:rPr>
              <a:t>Predicted High-class TM</a:t>
            </a:r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10F6C6BC-13A5-7851-520D-64FEC57FBB6F}"/>
              </a:ext>
            </a:extLst>
          </p:cNvPr>
          <p:cNvSpPr/>
          <p:nvPr/>
        </p:nvSpPr>
        <p:spPr>
          <a:xfrm>
            <a:off x="374190" y="4330862"/>
            <a:ext cx="2300455" cy="1868812"/>
          </a:xfrm>
          <a:prstGeom prst="cube">
            <a:avLst>
              <a:gd name="adj" fmla="val 17509"/>
            </a:avLst>
          </a:prstGeom>
          <a:solidFill>
            <a:srgbClr val="32BBD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Rockwell" panose="02060603020205020403" pitchFamily="18" charset="0"/>
              </a:rPr>
              <a:t>Stage#1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4C2EAF-F75E-8797-4ACD-07D3204B1635}"/>
              </a:ext>
            </a:extLst>
          </p:cNvPr>
          <p:cNvSpPr/>
          <p:nvPr/>
        </p:nvSpPr>
        <p:spPr>
          <a:xfrm>
            <a:off x="3238268" y="4578533"/>
            <a:ext cx="1812576" cy="1103359"/>
          </a:xfrm>
          <a:prstGeom prst="roundRect">
            <a:avLst/>
          </a:prstGeom>
          <a:solidFill>
            <a:srgbClr val="B4C7E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Rockwell" panose="02060603020205020403" pitchFamily="18" charset="0"/>
              </a:rPr>
              <a:t>Initial routing for high TM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8E60F38-2F89-30E7-A1FD-942125477C41}"/>
              </a:ext>
            </a:extLst>
          </p:cNvPr>
          <p:cNvCxnSpPr>
            <a:cxnSpLocks/>
            <a:stCxn id="7" idx="5"/>
            <a:endCxn id="11" idx="1"/>
          </p:cNvCxnSpPr>
          <p:nvPr/>
        </p:nvCxnSpPr>
        <p:spPr>
          <a:xfrm flipV="1">
            <a:off x="2674645" y="5130213"/>
            <a:ext cx="563623" cy="572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be 18">
            <a:extLst>
              <a:ext uri="{FF2B5EF4-FFF2-40B4-BE49-F238E27FC236}">
                <a16:creationId xmlns:a16="http://schemas.microsoft.com/office/drawing/2014/main" id="{C2CED92A-06C2-AF41-FA95-BBB26F99F1AB}"/>
              </a:ext>
            </a:extLst>
          </p:cNvPr>
          <p:cNvSpPr/>
          <p:nvPr/>
        </p:nvSpPr>
        <p:spPr>
          <a:xfrm>
            <a:off x="5547939" y="4371994"/>
            <a:ext cx="2300455" cy="1780816"/>
          </a:xfrm>
          <a:prstGeom prst="cube">
            <a:avLst>
              <a:gd name="adj" fmla="val 17509"/>
            </a:avLst>
          </a:prstGeom>
          <a:solidFill>
            <a:srgbClr val="32BBD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Rockwell" panose="02060603020205020403" pitchFamily="18" charset="0"/>
              </a:rPr>
              <a:t>Stage#2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B966FC95-D346-CEEC-B316-705D183A818C}"/>
              </a:ext>
            </a:extLst>
          </p:cNvPr>
          <p:cNvCxnSpPr>
            <a:cxnSpLocks/>
            <a:stCxn id="6" idx="3"/>
            <a:endCxn id="19" idx="0"/>
          </p:cNvCxnSpPr>
          <p:nvPr/>
        </p:nvCxnSpPr>
        <p:spPr>
          <a:xfrm>
            <a:off x="2898215" y="3629616"/>
            <a:ext cx="3955853" cy="742378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A3C39107-508F-86E8-5603-E9D03AC18ED3}"/>
              </a:ext>
            </a:extLst>
          </p:cNvPr>
          <p:cNvSpPr/>
          <p:nvPr/>
        </p:nvSpPr>
        <p:spPr>
          <a:xfrm>
            <a:off x="463171" y="2538956"/>
            <a:ext cx="2430792" cy="693158"/>
          </a:xfrm>
          <a:prstGeom prst="rect">
            <a:avLst/>
          </a:prstGeom>
          <a:solidFill>
            <a:srgbClr val="385723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ckwell" panose="02060603020205020403" pitchFamily="18" charset="0"/>
              </a:rPr>
              <a:t>Predicted Low-class TM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01BBA374-8C4B-EEA0-54A5-8110AC05E9B6}"/>
              </a:ext>
            </a:extLst>
          </p:cNvPr>
          <p:cNvCxnSpPr>
            <a:cxnSpLocks/>
            <a:stCxn id="27" idx="3"/>
            <a:endCxn id="19" idx="0"/>
          </p:cNvCxnSpPr>
          <p:nvPr/>
        </p:nvCxnSpPr>
        <p:spPr>
          <a:xfrm>
            <a:off x="2893963" y="2885535"/>
            <a:ext cx="3960105" cy="1486459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0F17455F-8168-BD30-1C3F-2A0E14730600}"/>
              </a:ext>
            </a:extLst>
          </p:cNvPr>
          <p:cNvSpPr/>
          <p:nvPr/>
        </p:nvSpPr>
        <p:spPr>
          <a:xfrm>
            <a:off x="8372900" y="4153540"/>
            <a:ext cx="2348440" cy="9193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Rockwell" panose="02060603020205020403" pitchFamily="18" charset="0"/>
              </a:rPr>
              <a:t>Fine-tuned final routing for high-class TM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10DD6A4-87B4-35A9-E7B3-E993A16356D5}"/>
              </a:ext>
            </a:extLst>
          </p:cNvPr>
          <p:cNvSpPr/>
          <p:nvPr/>
        </p:nvSpPr>
        <p:spPr>
          <a:xfrm>
            <a:off x="8370915" y="5345618"/>
            <a:ext cx="2348440" cy="664381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Rockwell" panose="02060603020205020403" pitchFamily="18" charset="0"/>
              </a:rPr>
              <a:t>Final routing for Low-class TM</a:t>
            </a: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9B817E89-BD37-5FD7-6470-E42C6F2D3932}"/>
              </a:ext>
            </a:extLst>
          </p:cNvPr>
          <p:cNvCxnSpPr>
            <a:cxnSpLocks/>
            <a:stCxn id="19" idx="5"/>
            <a:endCxn id="31" idx="1"/>
          </p:cNvCxnSpPr>
          <p:nvPr/>
        </p:nvCxnSpPr>
        <p:spPr>
          <a:xfrm flipV="1">
            <a:off x="7848393" y="4613238"/>
            <a:ext cx="524507" cy="519838"/>
          </a:xfrm>
          <a:prstGeom prst="curved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1F4C0656-EBB3-70F3-D960-F2BBCACC8438}"/>
              </a:ext>
            </a:extLst>
          </p:cNvPr>
          <p:cNvCxnSpPr>
            <a:cxnSpLocks/>
            <a:stCxn id="19" idx="5"/>
            <a:endCxn id="32" idx="1"/>
          </p:cNvCxnSpPr>
          <p:nvPr/>
        </p:nvCxnSpPr>
        <p:spPr>
          <a:xfrm>
            <a:off x="7848393" y="5133076"/>
            <a:ext cx="522521" cy="544733"/>
          </a:xfrm>
          <a:prstGeom prst="curved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FBF255BE-537E-DB9D-3725-640A6A494586}"/>
              </a:ext>
            </a:extLst>
          </p:cNvPr>
          <p:cNvCxnSpPr>
            <a:stCxn id="11" idx="3"/>
          </p:cNvCxnSpPr>
          <p:nvPr/>
        </p:nvCxnSpPr>
        <p:spPr>
          <a:xfrm>
            <a:off x="5050844" y="5130213"/>
            <a:ext cx="49709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118519C-0E6C-EED3-D063-CF0911757812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1682819" y="3976195"/>
            <a:ext cx="5204" cy="35466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080562C-9275-3E61-D532-C6BCDBE323C9}"/>
              </a:ext>
            </a:extLst>
          </p:cNvPr>
          <p:cNvSpPr txBox="1"/>
          <p:nvPr/>
        </p:nvSpPr>
        <p:spPr>
          <a:xfrm>
            <a:off x="6748594" y="1220928"/>
            <a:ext cx="49767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Rockwell" panose="02060603020205020403" pitchFamily="18" charset="0"/>
              </a:rPr>
              <a:t>Please refer to the paper for more details.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6656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11" grpId="0" animBg="1"/>
      <p:bldP spid="11" grpId="1" animBg="1"/>
      <p:bldP spid="19" grpId="0" animBg="1"/>
      <p:bldP spid="19" grpId="1" animBg="1"/>
      <p:bldP spid="27" grpId="0" animBg="1"/>
      <p:bldP spid="27" grpId="1" animBg="1"/>
      <p:bldP spid="31" grpId="0" animBg="1"/>
      <p:bldP spid="32" grpId="0" animBg="1"/>
      <p:bldP spid="17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BE5CB-B2DB-B59B-B476-1445F16BC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6AAE0D-6030-2FC0-E598-20DC7113257C}"/>
              </a:ext>
            </a:extLst>
          </p:cNvPr>
          <p:cNvSpPr txBox="1"/>
          <p:nvPr/>
        </p:nvSpPr>
        <p:spPr>
          <a:xfrm>
            <a:off x="1664208" y="335338"/>
            <a:ext cx="105277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Rockwell" panose="02060603020205020403" pitchFamily="18" charset="77"/>
              </a:rPr>
              <a:t>Hattrick’s Architecture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Rockwell" panose="02060603020205020403" pitchFamily="18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5BD695-3144-89AF-FC46-D3AC68032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5C2E-D5E5-4958-955B-26293B3593F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BF04E8B-9FCE-19DB-881F-78AECE244AE6}"/>
              </a:ext>
            </a:extLst>
          </p:cNvPr>
          <p:cNvSpPr/>
          <p:nvPr/>
        </p:nvSpPr>
        <p:spPr>
          <a:xfrm>
            <a:off x="1492040" y="1986985"/>
            <a:ext cx="2348440" cy="9193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Rockwell" panose="02060603020205020403" pitchFamily="18" charset="0"/>
              </a:rPr>
              <a:t>Fine-tuned final routing for high-class TM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2495765-AE50-88AC-D736-7602ED0405E8}"/>
              </a:ext>
            </a:extLst>
          </p:cNvPr>
          <p:cNvSpPr/>
          <p:nvPr/>
        </p:nvSpPr>
        <p:spPr>
          <a:xfrm>
            <a:off x="1490055" y="3179063"/>
            <a:ext cx="2348440" cy="664381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Rockwell" panose="02060603020205020403" pitchFamily="18" charset="0"/>
              </a:rPr>
              <a:t>Final routing for Low-class TM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1F37A27-A6C7-99E1-6D45-A0A82058D2DA}"/>
              </a:ext>
            </a:extLst>
          </p:cNvPr>
          <p:cNvSpPr/>
          <p:nvPr/>
        </p:nvSpPr>
        <p:spPr>
          <a:xfrm>
            <a:off x="5862367" y="2336800"/>
            <a:ext cx="2368503" cy="1079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Network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C14FD3-B94E-083B-8D9A-980D6C2F8A7B}"/>
              </a:ext>
            </a:extLst>
          </p:cNvPr>
          <p:cNvSpPr txBox="1"/>
          <p:nvPr/>
        </p:nvSpPr>
        <p:spPr>
          <a:xfrm>
            <a:off x="4465275" y="1783878"/>
            <a:ext cx="1816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0"/>
              </a:rPr>
              <a:t>Apply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297AE744-78F8-871C-8A86-EEF5641F55A7}"/>
                  </a:ext>
                </a:extLst>
              </p:cNvPr>
              <p:cNvSpPr/>
              <p:nvPr/>
            </p:nvSpPr>
            <p:spPr>
              <a:xfrm>
                <a:off x="9291367" y="2059542"/>
                <a:ext cx="2209800" cy="593161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𝐸𝑓𝑓</m:t>
                      </m:r>
                      <m:r>
                        <m:rPr>
                          <m:lit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𝐹𝑙𝑜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0CD43D4E-C693-67A8-D402-C691E47FA1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1367" y="2059542"/>
                <a:ext cx="2209800" cy="593161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393A76E0-919B-AC74-A016-2007FB81EEDF}"/>
                  </a:ext>
                </a:extLst>
              </p:cNvPr>
              <p:cNvSpPr/>
              <p:nvPr/>
            </p:nvSpPr>
            <p:spPr>
              <a:xfrm>
                <a:off x="9291367" y="3065951"/>
                <a:ext cx="2209800" cy="593161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𝐸𝑓𝑓</m:t>
                      </m:r>
                      <m:r>
                        <m:rPr>
                          <m:lit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𝐹𝑙𝑜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393A76E0-919B-AC74-A016-2007FB81EE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1367" y="3065951"/>
                <a:ext cx="2209800" cy="5931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B0BE1590-1DB3-5346-154A-D0C76A114C34}"/>
              </a:ext>
            </a:extLst>
          </p:cNvPr>
          <p:cNvSpPr/>
          <p:nvPr/>
        </p:nvSpPr>
        <p:spPr>
          <a:xfrm>
            <a:off x="5862367" y="1402758"/>
            <a:ext cx="1560947" cy="519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Actual High-class TM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EF8777D-59A5-4D05-6430-C9C898751E8B}"/>
              </a:ext>
            </a:extLst>
          </p:cNvPr>
          <p:cNvSpPr/>
          <p:nvPr/>
        </p:nvSpPr>
        <p:spPr>
          <a:xfrm>
            <a:off x="6002067" y="826989"/>
            <a:ext cx="1560947" cy="519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Actual Low-class TM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F3A8861-1EE8-350A-FBB5-868359A04DDC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6642841" y="1921758"/>
            <a:ext cx="0" cy="41210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12CDB774-2A05-CE01-ED08-8CBFB3C3F0A6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7563014" y="1086489"/>
            <a:ext cx="323686" cy="1220609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1698D3A6-CD60-BB26-E04A-6351B02DEC6A}"/>
              </a:ext>
            </a:extLst>
          </p:cNvPr>
          <p:cNvCxnSpPr>
            <a:cxnSpLocks/>
            <a:stCxn id="22" idx="3"/>
            <a:endCxn id="25" idx="1"/>
          </p:cNvCxnSpPr>
          <p:nvPr/>
        </p:nvCxnSpPr>
        <p:spPr>
          <a:xfrm flipV="1">
            <a:off x="8230870" y="2356123"/>
            <a:ext cx="1060497" cy="520427"/>
          </a:xfrm>
          <a:prstGeom prst="curved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7B47442C-B5D4-D205-1888-72580D1718E3}"/>
              </a:ext>
            </a:extLst>
          </p:cNvPr>
          <p:cNvCxnSpPr>
            <a:cxnSpLocks/>
            <a:stCxn id="22" idx="3"/>
            <a:endCxn id="26" idx="1"/>
          </p:cNvCxnSpPr>
          <p:nvPr/>
        </p:nvCxnSpPr>
        <p:spPr>
          <a:xfrm>
            <a:off x="8230870" y="2876550"/>
            <a:ext cx="1060497" cy="485982"/>
          </a:xfrm>
          <a:prstGeom prst="curved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159289D-61B9-7E9F-F023-802E0950DABE}"/>
              </a:ext>
            </a:extLst>
          </p:cNvPr>
          <p:cNvSpPr/>
          <p:nvPr/>
        </p:nvSpPr>
        <p:spPr>
          <a:xfrm>
            <a:off x="5862367" y="2336800"/>
            <a:ext cx="2368503" cy="1079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Simulator</a:t>
            </a:r>
          </a:p>
        </p:txBody>
      </p: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C88BF4C2-32E7-E383-10A6-38915B00193D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3840480" y="2446683"/>
            <a:ext cx="2021887" cy="206020"/>
          </a:xfrm>
          <a:prstGeom prst="curved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CE0574BD-3A21-2DAA-791A-E4751408AB28}"/>
              </a:ext>
            </a:extLst>
          </p:cNvPr>
          <p:cNvCxnSpPr>
            <a:stCxn id="32" idx="3"/>
          </p:cNvCxnSpPr>
          <p:nvPr/>
        </p:nvCxnSpPr>
        <p:spPr>
          <a:xfrm flipV="1">
            <a:off x="3838495" y="3065951"/>
            <a:ext cx="2023872" cy="445303"/>
          </a:xfrm>
          <a:prstGeom prst="curved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18EEBB3-6078-6BAC-71E5-020A7A5B0002}"/>
                  </a:ext>
                </a:extLst>
              </p:cNvPr>
              <p:cNvSpPr txBox="1"/>
              <p:nvPr/>
            </p:nvSpPr>
            <p:spPr>
              <a:xfrm>
                <a:off x="254000" y="4306570"/>
                <a:ext cx="1113790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Rockwell" panose="02060603020205020403" pitchFamily="18" charset="0"/>
                  </a:rPr>
                  <a:t>WAN routers’ scheduling policies prioritize higher class traffic.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Rockwell" panose="02060603020205020403" pitchFamily="18" charset="0"/>
                  </a:rPr>
                  <a:t>Capture this with a simulator.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Rockwell" panose="02060603020205020403" pitchFamily="18" charset="0"/>
                  </a:rPr>
                  <a:t>Hattrick optimizes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𝐸𝑓𝑓</m:t>
                    </m:r>
                    <m:r>
                      <m:rPr>
                        <m:lit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𝐹𝑙𝑜𝑤𝑠</m:t>
                    </m:r>
                  </m:oMath>
                </a14:m>
                <a:r>
                  <a:rPr lang="en-US" sz="2400" dirty="0">
                    <a:latin typeface="Rockwell" panose="02060603020205020403" pitchFamily="18" charset="0"/>
                  </a:rPr>
                  <a:t> generated by the simulator.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Rockwell" panose="02060603020205020403" pitchFamily="18" charset="0"/>
                  </a:rPr>
                  <a:t>Such simulated metrics are not considered by existing techniques.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18EEBB3-6078-6BAC-71E5-020A7A5B0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00" y="4306570"/>
                <a:ext cx="11137900" cy="1569660"/>
              </a:xfrm>
              <a:prstGeom prst="rect">
                <a:avLst/>
              </a:prstGeom>
              <a:blipFill>
                <a:blip r:embed="rId6"/>
                <a:stretch>
                  <a:fillRect l="-766" t="-3488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905225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/>
      <p:bldP spid="25" grpId="0" animBg="1"/>
      <p:bldP spid="26" grpId="0" animBg="1"/>
      <p:bldP spid="28" grpId="0" animBg="1"/>
      <p:bldP spid="30" grpId="0" animBg="1"/>
      <p:bldP spid="3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AC45D-65CB-49D8-CBCA-CF1029E94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94E965-DF3A-E66F-2754-74B0181CBBA0}"/>
              </a:ext>
            </a:extLst>
          </p:cNvPr>
          <p:cNvSpPr txBox="1"/>
          <p:nvPr/>
        </p:nvSpPr>
        <p:spPr>
          <a:xfrm>
            <a:off x="1664208" y="335338"/>
            <a:ext cx="10527792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Rockwell"/>
              </a:rPr>
              <a:t>Example: Hattrick can learn how to mix traffic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Rockwel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7FCB9F-419E-E120-1B75-6B43DB529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5C2E-D5E5-4958-955B-26293B3593F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0B2492BF-60DB-8877-B77C-79214E514CF0}"/>
              </a:ext>
            </a:extLst>
          </p:cNvPr>
          <p:cNvSpPr/>
          <p:nvPr/>
        </p:nvSpPr>
        <p:spPr>
          <a:xfrm>
            <a:off x="293297" y="2135311"/>
            <a:ext cx="502382" cy="52322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E0AF9C74-2517-E201-F5FA-0FE52D232B19}"/>
              </a:ext>
            </a:extLst>
          </p:cNvPr>
          <p:cNvSpPr/>
          <p:nvPr/>
        </p:nvSpPr>
        <p:spPr>
          <a:xfrm>
            <a:off x="2285257" y="2135311"/>
            <a:ext cx="502382" cy="52322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09D9E6B9-9D5A-A53C-4633-1072BD83CC8A}"/>
              </a:ext>
            </a:extLst>
          </p:cNvPr>
          <p:cNvCxnSpPr>
            <a:stCxn id="5" idx="0"/>
            <a:endCxn id="6" idx="0"/>
          </p:cNvCxnSpPr>
          <p:nvPr/>
        </p:nvCxnSpPr>
        <p:spPr>
          <a:xfrm rot="5400000" flipH="1" flipV="1">
            <a:off x="1540468" y="1139331"/>
            <a:ext cx="12700" cy="1991960"/>
          </a:xfrm>
          <a:prstGeom prst="curvedConnector3">
            <a:avLst>
              <a:gd name="adj1" fmla="val 2816465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B5B5099B-3028-4650-0A15-368B978D3107}"/>
              </a:ext>
            </a:extLst>
          </p:cNvPr>
          <p:cNvCxnSpPr>
            <a:stCxn id="5" idx="4"/>
            <a:endCxn id="6" idx="4"/>
          </p:cNvCxnSpPr>
          <p:nvPr/>
        </p:nvCxnSpPr>
        <p:spPr>
          <a:xfrm rot="16200000" flipH="1">
            <a:off x="1540468" y="1662551"/>
            <a:ext cx="12700" cy="1991960"/>
          </a:xfrm>
          <a:prstGeom prst="curvedConnector3">
            <a:avLst>
              <a:gd name="adj1" fmla="val 2647055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76D43E9-1C54-9C6A-61E7-E597BB40F4DD}"/>
              </a:ext>
            </a:extLst>
          </p:cNvPr>
          <p:cNvCxnSpPr>
            <a:cxnSpLocks/>
          </p:cNvCxnSpPr>
          <p:nvPr/>
        </p:nvCxnSpPr>
        <p:spPr>
          <a:xfrm>
            <a:off x="1047528" y="1653908"/>
            <a:ext cx="978946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2D1B5B9-4B95-438A-33B7-94C1FAA1D745}"/>
              </a:ext>
            </a:extLst>
          </p:cNvPr>
          <p:cNvCxnSpPr>
            <a:cxnSpLocks/>
          </p:cNvCxnSpPr>
          <p:nvPr/>
        </p:nvCxnSpPr>
        <p:spPr>
          <a:xfrm>
            <a:off x="1047528" y="2852264"/>
            <a:ext cx="97894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B40A5A9-7DAA-4E36-0DDC-9BD0E7399C5F}"/>
                  </a:ext>
                </a:extLst>
              </p:cNvPr>
              <p:cNvSpPr txBox="1"/>
              <p:nvPr/>
            </p:nvSpPr>
            <p:spPr>
              <a:xfrm>
                <a:off x="613685" y="1252051"/>
                <a:ext cx="171442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𝑠𝑒𝑛𝑑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𝑎𝑙𝑙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h𝑖𝑔h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B40A5A9-7DAA-4E36-0DDC-9BD0E7399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685" y="1252051"/>
                <a:ext cx="1714428" cy="4001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BA408B0-92F3-0F74-A95A-4055271066C2}"/>
                  </a:ext>
                </a:extLst>
              </p:cNvPr>
              <p:cNvSpPr txBox="1"/>
              <p:nvPr/>
            </p:nvSpPr>
            <p:spPr>
              <a:xfrm>
                <a:off x="724775" y="2427693"/>
                <a:ext cx="164175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𝑠𝑒𝑛𝑑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𝑎𝑙𝑙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𝑙𝑜𝑤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BA408B0-92F3-0F74-A95A-405527106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775" y="2427693"/>
                <a:ext cx="164175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EFC1E67E-1EEC-8E81-FD79-55CE1AF280FB}"/>
              </a:ext>
            </a:extLst>
          </p:cNvPr>
          <p:cNvSpPr/>
          <p:nvPr/>
        </p:nvSpPr>
        <p:spPr>
          <a:xfrm>
            <a:off x="144707" y="4944058"/>
            <a:ext cx="502382" cy="52322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A37DBFDF-87DC-E047-4A76-2B6588300142}"/>
              </a:ext>
            </a:extLst>
          </p:cNvPr>
          <p:cNvSpPr/>
          <p:nvPr/>
        </p:nvSpPr>
        <p:spPr>
          <a:xfrm>
            <a:off x="3300621" y="4885051"/>
            <a:ext cx="502382" cy="52322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6589198D-9303-FC7F-2E7C-FC7B31770767}"/>
              </a:ext>
            </a:extLst>
          </p:cNvPr>
          <p:cNvCxnSpPr>
            <a:cxnSpLocks/>
            <a:stCxn id="7" idx="0"/>
            <a:endCxn id="8" idx="0"/>
          </p:cNvCxnSpPr>
          <p:nvPr/>
        </p:nvCxnSpPr>
        <p:spPr>
          <a:xfrm rot="5400000" flipH="1" flipV="1">
            <a:off x="1944352" y="3336598"/>
            <a:ext cx="59007" cy="3155914"/>
          </a:xfrm>
          <a:prstGeom prst="curvedConnector3">
            <a:avLst>
              <a:gd name="adj1" fmla="val 623006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CB4D86AF-008B-A9B1-380C-BCDB50C28B73}"/>
              </a:ext>
            </a:extLst>
          </p:cNvPr>
          <p:cNvCxnSpPr>
            <a:cxnSpLocks/>
            <a:stCxn id="7" idx="4"/>
            <a:endCxn id="8" idx="4"/>
          </p:cNvCxnSpPr>
          <p:nvPr/>
        </p:nvCxnSpPr>
        <p:spPr>
          <a:xfrm rot="5400000" flipH="1" flipV="1">
            <a:off x="1944351" y="3859818"/>
            <a:ext cx="59007" cy="3155914"/>
          </a:xfrm>
          <a:prstGeom prst="curvedConnector3">
            <a:avLst>
              <a:gd name="adj1" fmla="val -484268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D286BEA-09E1-9C22-BB17-948216028701}"/>
              </a:ext>
            </a:extLst>
          </p:cNvPr>
          <p:cNvCxnSpPr>
            <a:cxnSpLocks/>
          </p:cNvCxnSpPr>
          <p:nvPr/>
        </p:nvCxnSpPr>
        <p:spPr>
          <a:xfrm>
            <a:off x="1516158" y="4462655"/>
            <a:ext cx="978946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26F9ED7-2E91-12D8-0E4A-2461BE087270}"/>
              </a:ext>
            </a:extLst>
          </p:cNvPr>
          <p:cNvCxnSpPr>
            <a:cxnSpLocks/>
          </p:cNvCxnSpPr>
          <p:nvPr/>
        </p:nvCxnSpPr>
        <p:spPr>
          <a:xfrm>
            <a:off x="1516158" y="4689461"/>
            <a:ext cx="97894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F1318426-ED02-6902-59EC-CA003A4CD930}"/>
              </a:ext>
            </a:extLst>
          </p:cNvPr>
          <p:cNvSpPr/>
          <p:nvPr/>
        </p:nvSpPr>
        <p:spPr>
          <a:xfrm>
            <a:off x="2914650" y="2013620"/>
            <a:ext cx="1462924" cy="4026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21348F-F3BD-C399-32A2-8AE1307CAB71}"/>
              </a:ext>
            </a:extLst>
          </p:cNvPr>
          <p:cNvSpPr txBox="1"/>
          <p:nvPr/>
        </p:nvSpPr>
        <p:spPr>
          <a:xfrm>
            <a:off x="2846520" y="2348638"/>
            <a:ext cx="17077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Rockwell" panose="02060603020205020403" pitchFamily="18" charset="0"/>
              </a:rPr>
              <a:t>Simulate using actual traffic.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1FD7B9-2D00-2437-3E4F-4756549F6046}"/>
              </a:ext>
            </a:extLst>
          </p:cNvPr>
          <p:cNvSpPr txBox="1"/>
          <p:nvPr/>
        </p:nvSpPr>
        <p:spPr>
          <a:xfrm>
            <a:off x="5273748" y="2746576"/>
            <a:ext cx="3422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Rockwell" panose="02060603020205020403" pitchFamily="18" charset="0"/>
              </a:rPr>
              <a:t>Network drops high-class traffic.</a:t>
            </a:r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94E571ED-E578-8452-0DD5-F5754AD140A4}"/>
              </a:ext>
            </a:extLst>
          </p:cNvPr>
          <p:cNvSpPr/>
          <p:nvPr/>
        </p:nvSpPr>
        <p:spPr>
          <a:xfrm>
            <a:off x="4889015" y="1842845"/>
            <a:ext cx="502382" cy="52322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705CAFB0-43C6-D99F-798A-E3028350523C}"/>
              </a:ext>
            </a:extLst>
          </p:cNvPr>
          <p:cNvSpPr/>
          <p:nvPr/>
        </p:nvSpPr>
        <p:spPr>
          <a:xfrm>
            <a:off x="8967193" y="1752010"/>
            <a:ext cx="502382" cy="52322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002A90BB-F411-A384-E2AB-9E37DE5FBF0C}"/>
              </a:ext>
            </a:extLst>
          </p:cNvPr>
          <p:cNvCxnSpPr>
            <a:stCxn id="19" idx="0"/>
            <a:endCxn id="22" idx="0"/>
          </p:cNvCxnSpPr>
          <p:nvPr/>
        </p:nvCxnSpPr>
        <p:spPr>
          <a:xfrm rot="5400000" flipH="1" flipV="1">
            <a:off x="7133878" y="-241661"/>
            <a:ext cx="90835" cy="4078178"/>
          </a:xfrm>
          <a:prstGeom prst="curvedConnector3">
            <a:avLst>
              <a:gd name="adj1" fmla="val 351665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6B8A659F-3325-2751-4C7F-E2BCD7CDBDCE}"/>
              </a:ext>
            </a:extLst>
          </p:cNvPr>
          <p:cNvCxnSpPr>
            <a:stCxn id="19" idx="4"/>
            <a:endCxn id="22" idx="4"/>
          </p:cNvCxnSpPr>
          <p:nvPr/>
        </p:nvCxnSpPr>
        <p:spPr>
          <a:xfrm rot="5400000" flipH="1" flipV="1">
            <a:off x="7133877" y="281559"/>
            <a:ext cx="90835" cy="4078178"/>
          </a:xfrm>
          <a:prstGeom prst="curvedConnector3">
            <a:avLst>
              <a:gd name="adj1" fmla="val -251665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B1F4506-4F54-7FBC-047B-0D6E487B511C}"/>
              </a:ext>
            </a:extLst>
          </p:cNvPr>
          <p:cNvCxnSpPr>
            <a:cxnSpLocks/>
          </p:cNvCxnSpPr>
          <p:nvPr/>
        </p:nvCxnSpPr>
        <p:spPr>
          <a:xfrm>
            <a:off x="5983223" y="1703987"/>
            <a:ext cx="2151256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94B2ADD-2BE7-BA70-117F-D9AA5E4B21AD}"/>
                  </a:ext>
                </a:extLst>
              </p:cNvPr>
              <p:cNvSpPr txBox="1"/>
              <p:nvPr/>
            </p:nvSpPr>
            <p:spPr>
              <a:xfrm>
                <a:off x="5310196" y="1740619"/>
                <a:ext cx="36843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𝐻𝑖𝑔h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𝑚𝑜𝑟𝑒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𝑡h𝑎𝑛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𝑒𝑥𝑝𝑒𝑐𝑡𝑒𝑑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94B2ADD-2BE7-BA70-117F-D9AA5E4B2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196" y="1740619"/>
                <a:ext cx="3684380" cy="400110"/>
              </a:xfrm>
              <a:prstGeom prst="rect">
                <a:avLst/>
              </a:prstGeom>
              <a:blipFill>
                <a:blip r:embed="rId6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ED16BA9-0C28-E4C0-BF7B-175D7C0B1486}"/>
              </a:ext>
            </a:extLst>
          </p:cNvPr>
          <p:cNvCxnSpPr>
            <a:cxnSpLocks/>
          </p:cNvCxnSpPr>
          <p:nvPr/>
        </p:nvCxnSpPr>
        <p:spPr>
          <a:xfrm>
            <a:off x="1516157" y="5646670"/>
            <a:ext cx="978946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9E668D6-A2A4-351B-AF1F-832C2B87CA80}"/>
              </a:ext>
            </a:extLst>
          </p:cNvPr>
          <p:cNvCxnSpPr>
            <a:cxnSpLocks/>
          </p:cNvCxnSpPr>
          <p:nvPr/>
        </p:nvCxnSpPr>
        <p:spPr>
          <a:xfrm>
            <a:off x="1516157" y="5873476"/>
            <a:ext cx="97894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0D8891F-3C34-0A93-B1DB-D45CEC739D13}"/>
                  </a:ext>
                </a:extLst>
              </p:cNvPr>
              <p:cNvSpPr txBox="1"/>
              <p:nvPr/>
            </p:nvSpPr>
            <p:spPr>
              <a:xfrm>
                <a:off x="134630" y="3975894"/>
                <a:ext cx="397576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𝑀𝑖𝑥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𝑡𝑟𝑎𝑓𝑓𝑖𝑐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𝑐𝑙𝑎𝑠𝑠𝑒𝑠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𝑎𝑐𝑟𝑜𝑠𝑠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𝑙𝑖𝑛𝑘𝑠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0D8891F-3C34-0A93-B1DB-D45CEC739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30" y="3975894"/>
                <a:ext cx="3975766" cy="400110"/>
              </a:xfrm>
              <a:prstGeom prst="rect">
                <a:avLst/>
              </a:prstGeom>
              <a:blipFill>
                <a:blip r:embed="rId7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Arrow: Right 47">
            <a:extLst>
              <a:ext uri="{FF2B5EF4-FFF2-40B4-BE49-F238E27FC236}">
                <a16:creationId xmlns:a16="http://schemas.microsoft.com/office/drawing/2014/main" id="{99613A83-C0B0-A91C-9AF6-56AD26E92A10}"/>
              </a:ext>
            </a:extLst>
          </p:cNvPr>
          <p:cNvSpPr/>
          <p:nvPr/>
        </p:nvSpPr>
        <p:spPr>
          <a:xfrm>
            <a:off x="3928953" y="4885051"/>
            <a:ext cx="1462924" cy="4026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167F8B4-D3C5-E329-67D1-4A7922A47E20}"/>
              </a:ext>
            </a:extLst>
          </p:cNvPr>
          <p:cNvSpPr txBox="1"/>
          <p:nvPr/>
        </p:nvSpPr>
        <p:spPr>
          <a:xfrm>
            <a:off x="3860823" y="5220069"/>
            <a:ext cx="17077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Rockwell" panose="02060603020205020403" pitchFamily="18" charset="0"/>
              </a:rPr>
              <a:t>Simulate using actual traffic.</a:t>
            </a:r>
          </a:p>
        </p:txBody>
      </p:sp>
      <p:sp>
        <p:nvSpPr>
          <p:cNvPr id="61" name="Flowchart: Connector 60">
            <a:extLst>
              <a:ext uri="{FF2B5EF4-FFF2-40B4-BE49-F238E27FC236}">
                <a16:creationId xmlns:a16="http://schemas.microsoft.com/office/drawing/2014/main" id="{944393C5-FA20-FFF1-C27E-70F46DFE3387}"/>
              </a:ext>
            </a:extLst>
          </p:cNvPr>
          <p:cNvSpPr/>
          <p:nvPr/>
        </p:nvSpPr>
        <p:spPr>
          <a:xfrm>
            <a:off x="5668672" y="4875478"/>
            <a:ext cx="502382" cy="52322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2" name="Flowchart: Connector 61">
            <a:extLst>
              <a:ext uri="{FF2B5EF4-FFF2-40B4-BE49-F238E27FC236}">
                <a16:creationId xmlns:a16="http://schemas.microsoft.com/office/drawing/2014/main" id="{940DEB9A-D495-8DBE-A2EC-A50177F1881B}"/>
              </a:ext>
            </a:extLst>
          </p:cNvPr>
          <p:cNvSpPr/>
          <p:nvPr/>
        </p:nvSpPr>
        <p:spPr>
          <a:xfrm>
            <a:off x="8824586" y="4816471"/>
            <a:ext cx="502382" cy="52322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63" name="Connector: Curved 62">
            <a:extLst>
              <a:ext uri="{FF2B5EF4-FFF2-40B4-BE49-F238E27FC236}">
                <a16:creationId xmlns:a16="http://schemas.microsoft.com/office/drawing/2014/main" id="{04B37EEA-448E-BA73-934F-4414A2B8CF16}"/>
              </a:ext>
            </a:extLst>
          </p:cNvPr>
          <p:cNvCxnSpPr>
            <a:stCxn id="61" idx="0"/>
            <a:endCxn id="62" idx="0"/>
          </p:cNvCxnSpPr>
          <p:nvPr/>
        </p:nvCxnSpPr>
        <p:spPr>
          <a:xfrm rot="5400000" flipH="1" flipV="1">
            <a:off x="7468317" y="3268018"/>
            <a:ext cx="59007" cy="3155914"/>
          </a:xfrm>
          <a:prstGeom prst="curvedConnector3">
            <a:avLst>
              <a:gd name="adj1" fmla="val 623006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Curved 63">
            <a:extLst>
              <a:ext uri="{FF2B5EF4-FFF2-40B4-BE49-F238E27FC236}">
                <a16:creationId xmlns:a16="http://schemas.microsoft.com/office/drawing/2014/main" id="{422AF8D5-3FAC-03AE-94FC-2D6C1B209B8A}"/>
              </a:ext>
            </a:extLst>
          </p:cNvPr>
          <p:cNvCxnSpPr>
            <a:stCxn id="61" idx="4"/>
            <a:endCxn id="62" idx="4"/>
          </p:cNvCxnSpPr>
          <p:nvPr/>
        </p:nvCxnSpPr>
        <p:spPr>
          <a:xfrm rot="5400000" flipH="1" flipV="1">
            <a:off x="7468316" y="3791238"/>
            <a:ext cx="59007" cy="3155914"/>
          </a:xfrm>
          <a:prstGeom prst="curvedConnector3">
            <a:avLst>
              <a:gd name="adj1" fmla="val -484268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F2454F9-1603-A9F8-F2B4-C99838B97ADE}"/>
              </a:ext>
            </a:extLst>
          </p:cNvPr>
          <p:cNvCxnSpPr>
            <a:cxnSpLocks/>
          </p:cNvCxnSpPr>
          <p:nvPr/>
        </p:nvCxnSpPr>
        <p:spPr>
          <a:xfrm>
            <a:off x="7040123" y="4394075"/>
            <a:ext cx="978946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0F06226-2720-13C9-A09F-D1D8D7490292}"/>
              </a:ext>
            </a:extLst>
          </p:cNvPr>
          <p:cNvCxnSpPr>
            <a:cxnSpLocks/>
          </p:cNvCxnSpPr>
          <p:nvPr/>
        </p:nvCxnSpPr>
        <p:spPr>
          <a:xfrm>
            <a:off x="7040123" y="4620881"/>
            <a:ext cx="97894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A045FD4-BBFD-C2AF-9042-ABA9ABD9A76F}"/>
              </a:ext>
            </a:extLst>
          </p:cNvPr>
          <p:cNvCxnSpPr>
            <a:cxnSpLocks/>
          </p:cNvCxnSpPr>
          <p:nvPr/>
        </p:nvCxnSpPr>
        <p:spPr>
          <a:xfrm>
            <a:off x="7040122" y="5578090"/>
            <a:ext cx="978946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67CE0ED-6D35-872A-DA35-EC3D5C7379B8}"/>
              </a:ext>
            </a:extLst>
          </p:cNvPr>
          <p:cNvCxnSpPr>
            <a:cxnSpLocks/>
          </p:cNvCxnSpPr>
          <p:nvPr/>
        </p:nvCxnSpPr>
        <p:spPr>
          <a:xfrm>
            <a:off x="7040122" y="5804896"/>
            <a:ext cx="97894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73F2046E-96B4-AC78-45B7-C86E6090C436}"/>
              </a:ext>
            </a:extLst>
          </p:cNvPr>
          <p:cNvSpPr txBox="1"/>
          <p:nvPr/>
        </p:nvSpPr>
        <p:spPr>
          <a:xfrm>
            <a:off x="5823892" y="6151410"/>
            <a:ext cx="3298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Rockwell" panose="02060603020205020403" pitchFamily="18" charset="0"/>
              </a:rPr>
              <a:t>Network drops low-class traffic.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DE72CC0-62DD-0C20-7A4E-8448FE280C49}"/>
                  </a:ext>
                </a:extLst>
              </p:cNvPr>
              <p:cNvSpPr txBox="1"/>
              <p:nvPr/>
            </p:nvSpPr>
            <p:spPr>
              <a:xfrm>
                <a:off x="5515803" y="3860964"/>
                <a:ext cx="36843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𝐻𝑖𝑔h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𝑚𝑜𝑟𝑒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𝑡h𝑎𝑛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𝑒𝑥𝑝𝑒𝑐𝑡𝑒𝑑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DE72CC0-62DD-0C20-7A4E-8448FE280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5803" y="3860964"/>
                <a:ext cx="3684380" cy="400110"/>
              </a:xfrm>
              <a:prstGeom prst="rect">
                <a:avLst/>
              </a:prstGeom>
              <a:blipFill>
                <a:blip r:embed="rId8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37972106-C6A7-D708-0C48-6A044BC1EAC6}"/>
              </a:ext>
            </a:extLst>
          </p:cNvPr>
          <p:cNvSpPr txBox="1"/>
          <p:nvPr/>
        </p:nvSpPr>
        <p:spPr>
          <a:xfrm>
            <a:off x="9133299" y="3013501"/>
            <a:ext cx="27432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Rockwell" panose="02060603020205020403" pitchFamily="18" charset="0"/>
              </a:rPr>
              <a:t>Benefit of using simulated metrics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618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1" grpId="0"/>
      <p:bldP spid="43" grpId="0"/>
      <p:bldP spid="7" grpId="0" animBg="1"/>
      <p:bldP spid="8" grpId="0" animBg="1"/>
      <p:bldP spid="12" grpId="0" animBg="1"/>
      <p:bldP spid="13" grpId="0"/>
      <p:bldP spid="17" grpId="0"/>
      <p:bldP spid="19" grpId="0" animBg="1"/>
      <p:bldP spid="22" grpId="0" animBg="1"/>
      <p:bldP spid="30" grpId="0"/>
      <p:bldP spid="47" grpId="0"/>
      <p:bldP spid="48" grpId="0" animBg="1"/>
      <p:bldP spid="49" grpId="0"/>
      <p:bldP spid="61" grpId="0" animBg="1"/>
      <p:bldP spid="62" grpId="0" animBg="1"/>
      <p:bldP spid="39" grpId="0"/>
      <p:bldP spid="4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EF27A-1911-4EC6-D5B2-17E0BDEAE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B7198A-86EB-5A29-10C5-D7FDF2363D91}"/>
              </a:ext>
            </a:extLst>
          </p:cNvPr>
          <p:cNvSpPr txBox="1"/>
          <p:nvPr/>
        </p:nvSpPr>
        <p:spPr>
          <a:xfrm>
            <a:off x="1664208" y="335338"/>
            <a:ext cx="105277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Rockwell" panose="02060603020205020403" pitchFamily="18" charset="77"/>
              </a:rPr>
              <a:t>Why Hattrick uses auxiliary metrics?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Rockwell" panose="02060603020205020403" pitchFamily="18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42EEFF-7C70-784A-765A-212F25DAB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5C2E-D5E5-4958-955B-26293B3593F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756AFBD-E7BF-7E7D-2629-3A076F08B931}"/>
              </a:ext>
            </a:extLst>
          </p:cNvPr>
          <p:cNvSpPr txBox="1"/>
          <p:nvPr/>
        </p:nvSpPr>
        <p:spPr>
          <a:xfrm>
            <a:off x="235395" y="998158"/>
            <a:ext cx="67032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Rockwell" panose="020606030202050204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Rockwell" panose="02060603020205020403" pitchFamily="18" charset="0"/>
              </a:rPr>
              <a:t>Well-provisioned networks </a:t>
            </a:r>
            <a:r>
              <a:rPr lang="en-US" sz="2400" dirty="0">
                <a:latin typeface="Rockwell" panose="02060603020205020403" pitchFamily="18" charset="0"/>
                <a:sym typeface="Wingdings" panose="05000000000000000000" pitchFamily="2" charset="2"/>
              </a:rPr>
              <a:t></a:t>
            </a:r>
            <a:endParaRPr lang="en-US" sz="2400" dirty="0">
              <a:latin typeface="Rockwell" panose="020606030202050204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Rockwell" panose="02060603020205020403" pitchFamily="18" charset="0"/>
              </a:rPr>
              <a:t>Introduce an auxiliary metric per class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Rockwell" panose="02060603020205020403" pitchFamily="18" charset="0"/>
              </a:rPr>
              <a:t>MLU = Maximum Link Utilization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F7E75F3-EE2B-AB01-A159-E9EECA49FF86}"/>
                  </a:ext>
                </a:extLst>
              </p:cNvPr>
              <p:cNvSpPr txBox="1"/>
              <p:nvPr/>
            </p:nvSpPr>
            <p:spPr>
              <a:xfrm>
                <a:off x="3627521" y="3056798"/>
                <a:ext cx="4936958" cy="1273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𝑓𝑓</m:t>
                            </m:r>
                            <m:r>
                              <m:rPr>
                                <m:lit/>
                                <m:brk m:alnAt="7"/>
                              </m:r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m:rPr>
                                <m:brk m:alnAt="7"/>
                              </m:r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𝑙𝑜</m:t>
                            </m:r>
                            <m:sSup>
                              <m:sSupPr>
                                <m:ctrlP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m:rPr>
                                    <m:brk m:alnAt="7"/>
                                  </m:rP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𝑀𝐿</m:t>
                            </m:r>
                            <m:sSup>
                              <m:sSupPr>
                                <m:ctrlP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p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p>
                            </m:sSup>
                          </m:e>
                        </m:mr>
                        <m:m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𝐸𝑓𝑓</m:t>
                            </m:r>
                            <m:r>
                              <m:rPr>
                                <m:lit/>
                              </m:r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𝐹𝑙𝑜</m:t>
                            </m:r>
                            <m:sSup>
                              <m:sSupPr>
                                <m:ctrlP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p>
                            </m:sSup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𝑀𝐿</m:t>
                            </m:r>
                            <m:sSup>
                              <m:sSupPr>
                                <m:ctrlP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p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p>
                            </m:sSup>
                          </m:e>
                        </m:mr>
                      </m:m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F7E75F3-EE2B-AB01-A159-E9EECA49F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7521" y="3056798"/>
                <a:ext cx="4936958" cy="12738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0FF82E3-FBBD-9A7D-292D-F98CB574E759}"/>
              </a:ext>
            </a:extLst>
          </p:cNvPr>
          <p:cNvSpPr txBox="1"/>
          <p:nvPr/>
        </p:nvSpPr>
        <p:spPr>
          <a:xfrm>
            <a:off x="433137" y="5137484"/>
            <a:ext cx="46498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0"/>
              </a:rPr>
              <a:t>More details in the paper.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5DE6611-3241-A987-E0D4-1308E00883ED}"/>
                  </a:ext>
                </a:extLst>
              </p:cNvPr>
              <p:cNvSpPr txBox="1"/>
              <p:nvPr/>
            </p:nvSpPr>
            <p:spPr>
              <a:xfrm>
                <a:off x="4713668" y="1352101"/>
                <a:ext cx="194471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h𝑖𝑔h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5DE6611-3241-A987-E0D4-1308E0088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3668" y="1352101"/>
                <a:ext cx="1944711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476735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8833C-91E7-9301-095C-1A56EED36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0C5E6D-10D0-E917-BF37-F8BA93A23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5C2E-D5E5-4958-955B-26293B3593F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E5314F-BF39-8B49-AB7C-DC9047C85845}"/>
              </a:ext>
            </a:extLst>
          </p:cNvPr>
          <p:cNvSpPr txBox="1"/>
          <p:nvPr/>
        </p:nvSpPr>
        <p:spPr>
          <a:xfrm>
            <a:off x="1664208" y="335338"/>
            <a:ext cx="105277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sz="2800">
                <a:solidFill>
                  <a:srgbClr val="000000"/>
                </a:solidFill>
                <a:latin typeface="Rockwell" panose="02060603020205020403" pitchFamily="18" charset="77"/>
              </a:rPr>
              <a:t>Precedence-Aware Learning for Hattrick</a:t>
            </a:r>
            <a:endParaRPr lang="en-US" sz="2800" b="0" i="0" u="none" strike="noStrike">
              <a:solidFill>
                <a:srgbClr val="000000"/>
              </a:solidFill>
              <a:effectLst/>
              <a:latin typeface="Rockwell" panose="02060603020205020403" pitchFamily="18" charset="77"/>
            </a:endParaRPr>
          </a:p>
        </p:txBody>
      </p:sp>
      <p:pic>
        <p:nvPicPr>
          <p:cNvPr id="9" name="Picture 8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920C7D5F-ED33-B282-374D-A308212846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82" y="1388163"/>
            <a:ext cx="10604500" cy="313639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C4904F8-1011-FFB3-07A6-AC69281E30FC}"/>
              </a:ext>
            </a:extLst>
          </p:cNvPr>
          <p:cNvSpPr/>
          <p:nvPr/>
        </p:nvSpPr>
        <p:spPr>
          <a:xfrm>
            <a:off x="3403600" y="2590800"/>
            <a:ext cx="1155700" cy="6731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2FA235-C772-8712-1C35-65183DCC9E24}"/>
              </a:ext>
            </a:extLst>
          </p:cNvPr>
          <p:cNvSpPr/>
          <p:nvPr/>
        </p:nvSpPr>
        <p:spPr>
          <a:xfrm>
            <a:off x="4699000" y="2139388"/>
            <a:ext cx="2286000" cy="16833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C9964D-A59A-6BD5-B55D-D095A03193C5}"/>
              </a:ext>
            </a:extLst>
          </p:cNvPr>
          <p:cNvSpPr/>
          <p:nvPr/>
        </p:nvSpPr>
        <p:spPr>
          <a:xfrm>
            <a:off x="7065264" y="2692400"/>
            <a:ext cx="1100836" cy="571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053A35-6BD5-E36F-2F4E-D73A10750FF5}"/>
              </a:ext>
            </a:extLst>
          </p:cNvPr>
          <p:cNvSpPr/>
          <p:nvPr/>
        </p:nvSpPr>
        <p:spPr>
          <a:xfrm>
            <a:off x="8424418" y="2146300"/>
            <a:ext cx="3183382" cy="1117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29C291-A33B-EC64-36D8-5A55212B083F}"/>
                  </a:ext>
                </a:extLst>
              </p:cNvPr>
              <p:cNvSpPr txBox="1"/>
              <p:nvPr/>
            </p:nvSpPr>
            <p:spPr>
              <a:xfrm>
                <a:off x="554482" y="4914937"/>
                <a:ext cx="11345418" cy="1003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Rockwell" panose="02060603020205020403" pitchFamily="18" charset="0"/>
                  </a:rPr>
                  <a:t>If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∥</m:t>
                        </m:r>
                      </m:sup>
                    </m:sSubSup>
                  </m:oMath>
                </a14:m>
                <a:r>
                  <a:rPr lang="en-US" sz="2800" dirty="0">
                    <a:latin typeface="Rockwell" panose="02060603020205020403" pitchFamily="18" charset="0"/>
                  </a:rPr>
                  <a:t> is not removed, it will counter optimize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endParaRPr lang="en-US" sz="2800" dirty="0">
                  <a:latin typeface="Rockwell" panose="02060603020205020403" pitchFamily="18" charset="0"/>
                </a:endParaRP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Rockwell" panose="02060603020205020403" pitchFamily="18" charset="0"/>
                  </a:rPr>
                  <a:t>Adaptation of ML techniques for a hierarchy of metrics</a:t>
                </a:r>
                <a:r>
                  <a:rPr lang="en-US" sz="2000" dirty="0">
                    <a:latin typeface="Rockwell" panose="02060603020205020403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29C291-A33B-EC64-36D8-5A55212B0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482" y="4914937"/>
                <a:ext cx="11345418" cy="1003223"/>
              </a:xfrm>
              <a:prstGeom prst="rect">
                <a:avLst/>
              </a:prstGeom>
              <a:blipFill>
                <a:blip r:embed="rId5"/>
                <a:stretch>
                  <a:fillRect l="-967" t="-2424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9CF9967E-251E-33A9-04A4-CC8B8DFDF7CD}"/>
              </a:ext>
            </a:extLst>
          </p:cNvPr>
          <p:cNvSpPr/>
          <p:nvPr/>
        </p:nvSpPr>
        <p:spPr>
          <a:xfrm>
            <a:off x="1905000" y="3815071"/>
            <a:ext cx="8470900" cy="9095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A62C33-84C6-D405-C4F7-5FCCF739BAFD}"/>
              </a:ext>
            </a:extLst>
          </p:cNvPr>
          <p:cNvSpPr/>
          <p:nvPr/>
        </p:nvSpPr>
        <p:spPr>
          <a:xfrm>
            <a:off x="2311400" y="1388163"/>
            <a:ext cx="6527800" cy="558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FF7E6D-047B-0D17-1F5C-F6A62228DC64}"/>
              </a:ext>
            </a:extLst>
          </p:cNvPr>
          <p:cNvSpPr/>
          <p:nvPr/>
        </p:nvSpPr>
        <p:spPr>
          <a:xfrm>
            <a:off x="1092200" y="1854200"/>
            <a:ext cx="2476500" cy="1409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ED5F4F-563C-2513-0097-9BCEA44390EC}"/>
                  </a:ext>
                </a:extLst>
              </p:cNvPr>
              <p:cNvSpPr txBox="1"/>
              <p:nvPr/>
            </p:nvSpPr>
            <p:spPr>
              <a:xfrm>
                <a:off x="656823" y="1017431"/>
                <a:ext cx="1043188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h𝑖𝑔h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𝑡𝑟𝑎𝑓𝑓𝑖𝑐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𝑔𝑟𝑎𝑑𝑖𝑒𝑛𝑡𝑠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𝑙𝑜𝑤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𝑡𝑟𝑎𝑓𝑓𝑖𝑐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𝑔𝑟𝑎𝑑𝑖𝑒𝑛𝑡𝑠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ED5F4F-563C-2513-0097-9BCEA4439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823" y="1017431"/>
                <a:ext cx="10431887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4726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9" grpId="0" animBg="1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7CBD2A-5E5F-BAA6-B537-633C45F2E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5C2E-D5E5-4958-955B-26293B3593F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3534DE-41BF-51A2-2F2D-E80C6E57DFFD}"/>
              </a:ext>
            </a:extLst>
          </p:cNvPr>
          <p:cNvSpPr txBox="1"/>
          <p:nvPr/>
        </p:nvSpPr>
        <p:spPr>
          <a:xfrm>
            <a:off x="1664207" y="335338"/>
            <a:ext cx="105396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Rockwell" panose="02060603020205020403" pitchFamily="18" charset="77"/>
              </a:rPr>
              <a:t>Experimental Setup (1)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Rockwell" panose="02060603020205020403" pitchFamily="18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E75BA0-0860-D57C-C434-E82066E4B056}"/>
              </a:ext>
            </a:extLst>
          </p:cNvPr>
          <p:cNvSpPr txBox="1"/>
          <p:nvPr/>
        </p:nvSpPr>
        <p:spPr>
          <a:xfrm>
            <a:off x="655320" y="1231232"/>
            <a:ext cx="110032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Rockwell" panose="02060603020205020403" pitchFamily="18" charset="0"/>
              </a:rPr>
              <a:t>Datasets: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0"/>
              </a:rPr>
              <a:t>PrivateWAN: Data collected from real cloud WAN that natively has three traffic classes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0"/>
              </a:rPr>
              <a:t>GEANT: Public dataset, split it into three classes using PrivateWAN traffic ratios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0"/>
              </a:rPr>
              <a:t>KDL: Synthetic TMs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0"/>
              </a:rPr>
              <a:t>UsCarrier: Synthetic TMs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Rockwell" panose="02060603020205020403" pitchFamily="18" charset="0"/>
              </a:rPr>
              <a:t>Baselines:</a:t>
            </a:r>
            <a:endParaRPr lang="en-US" sz="2000" dirty="0">
              <a:latin typeface="Rockwell" panose="02060603020205020403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0"/>
              </a:rPr>
              <a:t>Best_MC: optimal LP-based strategy (Flexile, CoNeXT’22)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0"/>
              </a:rPr>
              <a:t>Microsoft’s SWAN: LP-based TE, SIGCOMM’13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0"/>
              </a:rPr>
              <a:t>DOTE-MC: ML-based TE, NSDI’23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0"/>
              </a:rPr>
              <a:t>HARP-MC: ML-based TE, SIGCOMM’24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Rockwell" panose="02060603020205020403" pitchFamily="18" charset="0"/>
              </a:rPr>
              <a:t>All experiments use three traffic classes.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>
              <a:latin typeface="Rockwell" panose="02060603020205020403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104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859419-7DA6-BBE0-F821-26792CFC9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5C2E-D5E5-4958-955B-26293B3593F3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95541F-E82F-C344-FBC8-9BB79A827751}"/>
              </a:ext>
            </a:extLst>
          </p:cNvPr>
          <p:cNvSpPr txBox="1"/>
          <p:nvPr/>
        </p:nvSpPr>
        <p:spPr>
          <a:xfrm>
            <a:off x="1664207" y="335338"/>
            <a:ext cx="87886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Hattrick vs LP-based Methods (1): GEANT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A6B664-5289-83D3-9A9C-18A5299B6DF5}"/>
              </a:ext>
            </a:extLst>
          </p:cNvPr>
          <p:cNvSpPr txBox="1"/>
          <p:nvPr/>
        </p:nvSpPr>
        <p:spPr>
          <a:xfrm>
            <a:off x="454568" y="1097992"/>
            <a:ext cx="70219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Rockwell" panose="02060603020205020403" pitchFamily="18" charset="77"/>
                <a:sym typeface="Wingdings" panose="05000000000000000000" pitchFamily="2" charset="2"/>
              </a:rPr>
              <a:t>Hattrick outperforms Best_MC and SWAN.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Rockwell" panose="02060603020205020403" pitchFamily="18" charset="77"/>
                <a:sym typeface="Wingdings" panose="05000000000000000000" pitchFamily="2" charset="2"/>
              </a:rPr>
              <a:t>Best_MC is sub-optimal due to prediction error, but optimal with accurate predictions.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Rockwell" panose="02060603020205020403" pitchFamily="18" charset="0"/>
              </a:rPr>
              <a:t>NormFulFillRatio for high-class is always &lt;= 1.</a:t>
            </a:r>
            <a:endParaRPr lang="en-US" dirty="0">
              <a:latin typeface="Rockwell" panose="02060603020205020403" pitchFamily="18" charset="77"/>
              <a:sym typeface="Wingdings" panose="05000000000000000000" pitchFamily="2" charset="2"/>
            </a:endParaRPr>
          </a:p>
        </p:txBody>
      </p:sp>
      <p:pic>
        <p:nvPicPr>
          <p:cNvPr id="9" name="Picture 8" descr="A graph of a number of companies&#10;&#10;AI-generated content may be incorrect.">
            <a:extLst>
              <a:ext uri="{FF2B5EF4-FFF2-40B4-BE49-F238E27FC236}">
                <a16:creationId xmlns:a16="http://schemas.microsoft.com/office/drawing/2014/main" id="{2F3AC666-AB39-D3C2-CB57-2144DD5EE4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566" y="1031204"/>
            <a:ext cx="4260866" cy="3037840"/>
          </a:xfrm>
          <a:prstGeom prst="rect">
            <a:avLst/>
          </a:prstGeom>
        </p:spPr>
      </p:pic>
      <p:sp>
        <p:nvSpPr>
          <p:cNvPr id="15" name="Arrow: Left 14">
            <a:extLst>
              <a:ext uri="{FF2B5EF4-FFF2-40B4-BE49-F238E27FC236}">
                <a16:creationId xmlns:a16="http://schemas.microsoft.com/office/drawing/2014/main" id="{B157A633-30C3-0ACA-F177-3C9603B01A5C}"/>
              </a:ext>
            </a:extLst>
          </p:cNvPr>
          <p:cNvSpPr/>
          <p:nvPr/>
        </p:nvSpPr>
        <p:spPr>
          <a:xfrm rot="10800000" flipV="1">
            <a:off x="9277042" y="2269622"/>
            <a:ext cx="1494756" cy="56100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Better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5BC0DA-2F90-6FFC-C940-28B7C9BC2645}"/>
              </a:ext>
            </a:extLst>
          </p:cNvPr>
          <p:cNvSpPr txBox="1"/>
          <p:nvPr/>
        </p:nvSpPr>
        <p:spPr>
          <a:xfrm>
            <a:off x="9019783" y="4306623"/>
            <a:ext cx="2009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High-class only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F71367-D8E8-65BB-A949-DBC5343875FA}"/>
                  </a:ext>
                </a:extLst>
              </p:cNvPr>
              <p:cNvSpPr txBox="1"/>
              <p:nvPr/>
            </p:nvSpPr>
            <p:spPr>
              <a:xfrm>
                <a:off x="196205" y="5151698"/>
                <a:ext cx="11794025" cy="7682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800" dirty="0">
                    <a:latin typeface="Rockwell" panose="02060603020205020403" pitchFamily="18" charset="0"/>
                  </a:rPr>
                  <a:t>Normalized Fulfillment Ratio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𝑐𝑎𝑟𝑟𝑖𝑒𝑑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𝑡𝑟𝑎𝑓𝑓𝑖𝑐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𝑐𝑙𝑎𝑠𝑠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𝑢𝑠𝑖𝑛𝑔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𝑠𝑐h𝑒𝑚𝑒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𝑐𝑎𝑟𝑟𝑖𝑒𝑑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𝑡𝑟𝑎𝑓𝑓𝑖𝑐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𝑜𝑓𝑐𝑙𝑎𝑠𝑠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𝑢𝑠𝑖𝑛𝑔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𝑜𝑟𝑎𝑐𝑙𝑒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𝐵𝑒𝑠𝑡</m:t>
                        </m:r>
                        <m:r>
                          <m:rPr>
                            <m:lit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𝑀𝐶</m:t>
                        </m:r>
                      </m:den>
                    </m:f>
                  </m:oMath>
                </a14:m>
                <a:endParaRPr lang="en-US" sz="2800" dirty="0">
                  <a:latin typeface="Rockwell" panose="02060603020205020403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F71367-D8E8-65BB-A949-DBC534387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205" y="5151698"/>
                <a:ext cx="11794025" cy="768224"/>
              </a:xfrm>
              <a:prstGeom prst="rect">
                <a:avLst/>
              </a:prstGeom>
              <a:blipFill>
                <a:blip r:embed="rId5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0654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75348-1AF3-6AFB-D7C9-E4D7A605D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69F9C8-7605-0756-953A-1A7B89517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5C2E-D5E5-4958-955B-26293B3593F3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A34109-5457-ABDD-EE74-4A77ECFFFC4D}"/>
              </a:ext>
            </a:extLst>
          </p:cNvPr>
          <p:cNvSpPr txBox="1"/>
          <p:nvPr/>
        </p:nvSpPr>
        <p:spPr>
          <a:xfrm>
            <a:off x="1664207" y="335338"/>
            <a:ext cx="71063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Hattrick vs LP-based Methods (2): GEANT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0FC043-A167-5A65-0998-576992EBF4A0}"/>
              </a:ext>
            </a:extLst>
          </p:cNvPr>
          <p:cNvSpPr txBox="1"/>
          <p:nvPr/>
        </p:nvSpPr>
        <p:spPr>
          <a:xfrm>
            <a:off x="292607" y="5418653"/>
            <a:ext cx="115520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  <a:sym typeface="Wingdings" panose="05000000000000000000" pitchFamily="2" charset="2"/>
              </a:rPr>
              <a:t>Clearer Hattrick wins for lower traffic classes.</a:t>
            </a:r>
            <a:endParaRPr lang="en-US" sz="2000" dirty="0">
              <a:latin typeface="Rockwell" panose="020606030202050204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0"/>
              </a:rPr>
              <a:t>NormFulFillRatio can be &gt; 1 for lower classes indicating priority inversion.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0"/>
              </a:rPr>
              <a:t>The scheme served more of a less important traffic at the expense of a more important traffic.</a:t>
            </a:r>
          </a:p>
        </p:txBody>
      </p:sp>
      <p:pic>
        <p:nvPicPr>
          <p:cNvPr id="12" name="Picture 11" descr="A graph of a normalized function&#10;&#10;AI-generated content may be incorrect.">
            <a:extLst>
              <a:ext uri="{FF2B5EF4-FFF2-40B4-BE49-F238E27FC236}">
                <a16:creationId xmlns:a16="http://schemas.microsoft.com/office/drawing/2014/main" id="{079CC0AA-0A59-BDF7-6CDE-F5713EEAEB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574" y="1778088"/>
            <a:ext cx="3852531" cy="2746712"/>
          </a:xfrm>
          <a:prstGeom prst="rect">
            <a:avLst/>
          </a:prstGeom>
        </p:spPr>
      </p:pic>
      <p:pic>
        <p:nvPicPr>
          <p:cNvPr id="14" name="Picture 13" descr="A graph of a normalized ratio&#10;&#10;AI-generated content may be incorrect.">
            <a:extLst>
              <a:ext uri="{FF2B5EF4-FFF2-40B4-BE49-F238E27FC236}">
                <a16:creationId xmlns:a16="http://schemas.microsoft.com/office/drawing/2014/main" id="{425AB7A2-0AA1-9518-1229-7B46DF0B27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716" y="1778088"/>
            <a:ext cx="3852531" cy="27352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CF3ED38-829F-6DFB-214B-33FFB85F09E3}"/>
              </a:ext>
            </a:extLst>
          </p:cNvPr>
          <p:cNvSpPr txBox="1"/>
          <p:nvPr/>
        </p:nvSpPr>
        <p:spPr>
          <a:xfrm>
            <a:off x="5372774" y="4605363"/>
            <a:ext cx="185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Med-class only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D8B890-C311-9B4D-F746-C3FB803AB66C}"/>
              </a:ext>
            </a:extLst>
          </p:cNvPr>
          <p:cNvSpPr txBox="1"/>
          <p:nvPr/>
        </p:nvSpPr>
        <p:spPr>
          <a:xfrm>
            <a:off x="9448800" y="4605363"/>
            <a:ext cx="185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Low-class only</a:t>
            </a:r>
          </a:p>
        </p:txBody>
      </p:sp>
      <p:pic>
        <p:nvPicPr>
          <p:cNvPr id="4" name="Picture 3" descr="A close-up of a sign&#10;&#10;AI-generated content may be incorrect.">
            <a:extLst>
              <a:ext uri="{FF2B5EF4-FFF2-40B4-BE49-F238E27FC236}">
                <a16:creationId xmlns:a16="http://schemas.microsoft.com/office/drawing/2014/main" id="{1AFEF36B-F5B7-B39E-F3AA-F26C54D6A5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135" y="1911033"/>
            <a:ext cx="1109324" cy="679681"/>
          </a:xfrm>
          <a:prstGeom prst="rect">
            <a:avLst/>
          </a:prstGeom>
        </p:spPr>
      </p:pic>
      <p:pic>
        <p:nvPicPr>
          <p:cNvPr id="5" name="Picture 4" descr="A graph of a number of companies&#10;&#10;AI-generated content may be incorrect.">
            <a:extLst>
              <a:ext uri="{FF2B5EF4-FFF2-40B4-BE49-F238E27FC236}">
                <a16:creationId xmlns:a16="http://schemas.microsoft.com/office/drawing/2014/main" id="{9E750F38-773D-6261-8048-ADD3B0F554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69" y="1783844"/>
            <a:ext cx="3836384" cy="2735200"/>
          </a:xfrm>
          <a:prstGeom prst="rect">
            <a:avLst/>
          </a:prstGeom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C29107C6-CE26-3DBA-86B4-13A7B1113ADB}"/>
              </a:ext>
            </a:extLst>
          </p:cNvPr>
          <p:cNvSpPr/>
          <p:nvPr/>
        </p:nvSpPr>
        <p:spPr>
          <a:xfrm rot="10800000" flipV="1">
            <a:off x="1452104" y="2800543"/>
            <a:ext cx="1494756" cy="56100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Better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0558AF-A56B-156A-6F79-5A546AD421F7}"/>
              </a:ext>
            </a:extLst>
          </p:cNvPr>
          <p:cNvSpPr txBox="1"/>
          <p:nvPr/>
        </p:nvSpPr>
        <p:spPr>
          <a:xfrm>
            <a:off x="1407499" y="4605363"/>
            <a:ext cx="2009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High-class only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CA1816C-E126-3CC3-9449-E390D7DB4688}"/>
              </a:ext>
            </a:extLst>
          </p:cNvPr>
          <p:cNvCxnSpPr/>
          <p:nvPr/>
        </p:nvCxnSpPr>
        <p:spPr>
          <a:xfrm flipH="1">
            <a:off x="7534141" y="914402"/>
            <a:ext cx="372106" cy="86368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55DC42B-7463-44B6-E8C9-763CC907730C}"/>
              </a:ext>
            </a:extLst>
          </p:cNvPr>
          <p:cNvCxnSpPr/>
          <p:nvPr/>
        </p:nvCxnSpPr>
        <p:spPr>
          <a:xfrm flipH="1">
            <a:off x="11386672" y="914402"/>
            <a:ext cx="372106" cy="86368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78516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C8015-ED9D-8E81-8F6B-05B9E3809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2402D7-543E-A367-0CB8-BB2FDC262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5C2E-D5E5-4958-955B-26293B3593F3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8D6518-AC82-4E0D-E7A0-CDDCA0B285A7}"/>
              </a:ext>
            </a:extLst>
          </p:cNvPr>
          <p:cNvSpPr txBox="1"/>
          <p:nvPr/>
        </p:nvSpPr>
        <p:spPr>
          <a:xfrm>
            <a:off x="1664207" y="335338"/>
            <a:ext cx="105277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Hattrick vs ML-based TE Schemes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2A677A-CA7C-D47A-EB7C-9AEBCF122478}"/>
              </a:ext>
            </a:extLst>
          </p:cNvPr>
          <p:cNvSpPr txBox="1"/>
          <p:nvPr/>
        </p:nvSpPr>
        <p:spPr>
          <a:xfrm>
            <a:off x="0" y="5493428"/>
            <a:ext cx="120676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0"/>
              </a:rPr>
              <a:t>Significant win for Hattrick over HARP and DOTE (see paper) adapted to multi-class 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F24EE7-5C05-E7C8-A62E-67486E5F46ED}"/>
              </a:ext>
            </a:extLst>
          </p:cNvPr>
          <p:cNvSpPr txBox="1"/>
          <p:nvPr/>
        </p:nvSpPr>
        <p:spPr>
          <a:xfrm>
            <a:off x="5505124" y="4917174"/>
            <a:ext cx="185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Med-class only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A034E8-6B73-3834-8DED-7F1A57EC2BD2}"/>
              </a:ext>
            </a:extLst>
          </p:cNvPr>
          <p:cNvSpPr txBox="1"/>
          <p:nvPr/>
        </p:nvSpPr>
        <p:spPr>
          <a:xfrm>
            <a:off x="9581148" y="4917174"/>
            <a:ext cx="185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Low-class only</a:t>
            </a:r>
          </a:p>
        </p:txBody>
      </p:sp>
      <p:pic>
        <p:nvPicPr>
          <p:cNvPr id="4" name="Picture 3" descr="A graph of a normalized full fill ratio&#10;&#10;AI-generated content may be incorrect.">
            <a:extLst>
              <a:ext uri="{FF2B5EF4-FFF2-40B4-BE49-F238E27FC236}">
                <a16:creationId xmlns:a16="http://schemas.microsoft.com/office/drawing/2014/main" id="{BC3980F5-58D0-F3D7-F8F8-9E6ADA5845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4057" y="1856675"/>
            <a:ext cx="3893617" cy="3064573"/>
          </a:xfrm>
          <a:prstGeom prst="rect">
            <a:avLst/>
          </a:prstGeom>
        </p:spPr>
      </p:pic>
      <p:pic>
        <p:nvPicPr>
          <p:cNvPr id="9" name="Picture 8" descr="A graph of a normalized full ratio&#10;&#10;AI-generated content may be incorrect.">
            <a:extLst>
              <a:ext uri="{FF2B5EF4-FFF2-40B4-BE49-F238E27FC236}">
                <a16:creationId xmlns:a16="http://schemas.microsoft.com/office/drawing/2014/main" id="{B12866F5-BD31-A276-2E28-88BBB3A8F4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351" y="1859092"/>
            <a:ext cx="3893616" cy="30645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FE35551-5D14-053A-9AD1-A4B13DFDB224}"/>
              </a:ext>
            </a:extLst>
          </p:cNvPr>
          <p:cNvSpPr txBox="1"/>
          <p:nvPr/>
        </p:nvSpPr>
        <p:spPr>
          <a:xfrm>
            <a:off x="649705" y="914397"/>
            <a:ext cx="10786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HARP (SIGCOMM’24) designed for a single-class TE.</a:t>
            </a:r>
          </a:p>
        </p:txBody>
      </p:sp>
      <p:sp>
        <p:nvSpPr>
          <p:cNvPr id="3" name="Arrow: Left 2">
            <a:extLst>
              <a:ext uri="{FF2B5EF4-FFF2-40B4-BE49-F238E27FC236}">
                <a16:creationId xmlns:a16="http://schemas.microsoft.com/office/drawing/2014/main" id="{59D9702C-574A-85BF-1C1B-38CC2BCD0FEB}"/>
              </a:ext>
            </a:extLst>
          </p:cNvPr>
          <p:cNvSpPr/>
          <p:nvPr/>
        </p:nvSpPr>
        <p:spPr>
          <a:xfrm rot="10800000" flipV="1">
            <a:off x="8919466" y="2987315"/>
            <a:ext cx="1494756" cy="56100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Better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1EF84E-4F8F-087F-6392-BAFCEDF876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677" y="2324852"/>
            <a:ext cx="2116428" cy="102432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89382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73CAB-697B-3259-3C63-F8297FF30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CB0F92-3939-9B6F-090B-2B16FF62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5C2E-D5E5-4958-955B-26293B3593F3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F8AE9F-D58D-ACE2-AD3E-AD3A1A7E92C3}"/>
              </a:ext>
            </a:extLst>
          </p:cNvPr>
          <p:cNvSpPr txBox="1"/>
          <p:nvPr/>
        </p:nvSpPr>
        <p:spPr>
          <a:xfrm>
            <a:off x="1664207" y="335338"/>
            <a:ext cx="105277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Scaling to larger topologies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E9837C-773B-5999-6EA5-18DC0DB15878}"/>
              </a:ext>
            </a:extLst>
          </p:cNvPr>
          <p:cNvSpPr txBox="1"/>
          <p:nvPr/>
        </p:nvSpPr>
        <p:spPr>
          <a:xfrm>
            <a:off x="426709" y="1406188"/>
            <a:ext cx="5145427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latin typeface="Rockwell" panose="02060603020205020403" pitchFamily="18" charset="77"/>
                <a:sym typeface="Wingdings" panose="05000000000000000000" pitchFamily="2" charset="2"/>
              </a:rPr>
              <a:t>On the KDL topology, Hattrick is: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900" dirty="0">
                <a:latin typeface="Rockwell" panose="02060603020205020403" pitchFamily="18" charset="77"/>
                <a:sym typeface="Wingdings" panose="05000000000000000000" pitchFamily="2" charset="2"/>
              </a:rPr>
              <a:t>280X faster than BEST_MC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900" dirty="0">
                <a:latin typeface="Rockwell" panose="02060603020205020403" pitchFamily="18" charset="77"/>
                <a:sym typeface="Wingdings" panose="05000000000000000000" pitchFamily="2" charset="2"/>
              </a:rPr>
              <a:t>36X faster than SWAN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900" dirty="0">
              <a:latin typeface="Rockwell" panose="02060603020205020403" pitchFamily="18" charset="77"/>
              <a:sym typeface="Wingdings" panose="05000000000000000000" pitchFamily="2" charset="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900" dirty="0">
              <a:latin typeface="Rockwell" panose="02060603020205020403" pitchFamily="18" charset="77"/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Rockwell" panose="02060603020205020403" pitchFamily="18" charset="77"/>
                <a:sym typeface="Wingdings" panose="05000000000000000000" pitchFamily="2" charset="2"/>
              </a:rPr>
              <a:t>Hattrick achieves higher NormFulFillRatio (see </a:t>
            </a:r>
            <a:r>
              <a:rPr lang="en-US">
                <a:latin typeface="Rockwell" panose="02060603020205020403" pitchFamily="18" charset="77"/>
                <a:sym typeface="Wingdings" panose="05000000000000000000" pitchFamily="2" charset="2"/>
              </a:rPr>
              <a:t>paper).</a:t>
            </a:r>
            <a:endParaRPr lang="en-US" dirty="0">
              <a:latin typeface="Rockwell" panose="02060603020205020403" pitchFamily="18" charset="77"/>
              <a:sym typeface="Wingdings" panose="05000000000000000000" pitchFamily="2" charset="2"/>
            </a:endParaRPr>
          </a:p>
        </p:txBody>
      </p:sp>
      <p:pic>
        <p:nvPicPr>
          <p:cNvPr id="5" name="Picture 4" descr="A graph of a number of nodes&#10;&#10;AI-generated content may be incorrect.">
            <a:extLst>
              <a:ext uri="{FF2B5EF4-FFF2-40B4-BE49-F238E27FC236}">
                <a16:creationId xmlns:a16="http://schemas.microsoft.com/office/drawing/2014/main" id="{F988A50A-8601-BD72-D41F-A9ED37D844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0871" y="1241955"/>
            <a:ext cx="5669291" cy="4137668"/>
          </a:xfrm>
          <a:prstGeom prst="rect">
            <a:avLst/>
          </a:prstGeom>
        </p:spPr>
      </p:pic>
      <p:sp>
        <p:nvSpPr>
          <p:cNvPr id="3" name="Arrow: Left 2">
            <a:extLst>
              <a:ext uri="{FF2B5EF4-FFF2-40B4-BE49-F238E27FC236}">
                <a16:creationId xmlns:a16="http://schemas.microsoft.com/office/drawing/2014/main" id="{275FD1A5-5310-30FD-1916-8DD1DEBE5996}"/>
              </a:ext>
            </a:extLst>
          </p:cNvPr>
          <p:cNvSpPr/>
          <p:nvPr/>
        </p:nvSpPr>
        <p:spPr>
          <a:xfrm rot="16200000" flipV="1">
            <a:off x="11010730" y="2032601"/>
            <a:ext cx="1143692" cy="686166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Better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32322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3C28B-D673-3293-51E9-D721E5FD1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EC3229-B2C7-BD5F-160C-7DB423880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5C2E-D5E5-4958-955B-26293B3593F3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9E0CCF-3DB9-8CA5-5C1F-6BF2928D1A7D}"/>
              </a:ext>
            </a:extLst>
          </p:cNvPr>
          <p:cNvSpPr txBox="1"/>
          <p:nvPr/>
        </p:nvSpPr>
        <p:spPr>
          <a:xfrm>
            <a:off x="1664208" y="335338"/>
            <a:ext cx="105277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77"/>
              </a:rPr>
              <a:t>Other Experiments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97231A-926D-899D-4FDE-8568A1716B32}"/>
              </a:ext>
            </a:extLst>
          </p:cNvPr>
          <p:cNvSpPr txBox="1"/>
          <p:nvPr/>
        </p:nvSpPr>
        <p:spPr>
          <a:xfrm>
            <a:off x="604157" y="1224643"/>
            <a:ext cx="1052779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Rockwell" panose="02060603020205020403" pitchFamily="18" charset="0"/>
              </a:rPr>
              <a:t>Hattrick outperforms other methods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Rockwell" panose="02060603020205020403" pitchFamily="18" charset="0"/>
              </a:rPr>
              <a:t>on other datasets.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Rockwell" panose="02060603020205020403" pitchFamily="18" charset="0"/>
              </a:rPr>
              <a:t>using different demand predictors.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Rockwell" panose="020606030202050204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Rockwell" panose="020606030202050204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Rockwell" panose="02060603020205020403" pitchFamily="18" charset="0"/>
              </a:rPr>
              <a:t>Benefits of Hattrick’s design elements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Rockwell" panose="02060603020205020403" pitchFamily="18" charset="0"/>
              </a:rPr>
              <a:t>Neural architecture aligned with multi-class TE helps.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Rockwell" panose="02060603020205020403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Rockwell" panose="02060603020205020403" pitchFamily="18" charset="0"/>
              </a:rPr>
              <a:t>Integrating simulated metrics helps Hattrick to carry more traffic.</a:t>
            </a:r>
          </a:p>
          <a:p>
            <a:endParaRPr lang="en-US" sz="2400" dirty="0">
              <a:latin typeface="Rockwell" panose="02060603020205020403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Rockwell" panose="02060603020205020403" pitchFamily="18" charset="0"/>
              </a:rPr>
              <a:t>Precedence-aware learning outperforms weighted additive loss</a:t>
            </a:r>
          </a:p>
        </p:txBody>
      </p:sp>
    </p:spTree>
    <p:extLst>
      <p:ext uri="{BB962C8B-B14F-4D97-AF65-F5344CB8AC3E}">
        <p14:creationId xmlns:p14="http://schemas.microsoft.com/office/powerpoint/2010/main" val="1603699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823C5-0B7D-3A34-7343-91CC8E151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DCD2DF-5411-7F49-A2ED-291A9F8DA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A5C2E-D5E5-4958-955B-26293B3593F3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23F699-9080-F72D-F8D7-26389716E661}"/>
              </a:ext>
            </a:extLst>
          </p:cNvPr>
          <p:cNvSpPr txBox="1"/>
          <p:nvPr/>
        </p:nvSpPr>
        <p:spPr>
          <a:xfrm>
            <a:off x="1664208" y="335338"/>
            <a:ext cx="105277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Rockwell" panose="02060603020205020403" pitchFamily="18" charset="77"/>
              </a:rPr>
              <a:t>Conclusion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Rockwell" panose="02060603020205020403" pitchFamily="18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ABED56-A9AC-FC98-EF65-B6C6CBCC2060}"/>
              </a:ext>
            </a:extLst>
          </p:cNvPr>
          <p:cNvSpPr txBox="1"/>
          <p:nvPr/>
        </p:nvSpPr>
        <p:spPr>
          <a:xfrm>
            <a:off x="753618" y="1188108"/>
            <a:ext cx="111335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>
              <a:latin typeface="Rockwell" panose="02060603020205020403" pitchFamily="18" charset="77"/>
              <a:sym typeface="Wingdings" panose="05000000000000000000" pitchFamily="2" charset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300FAF-5377-02E9-8307-E7B50433E08A}"/>
              </a:ext>
            </a:extLst>
          </p:cNvPr>
          <p:cNvSpPr txBox="1"/>
          <p:nvPr/>
        </p:nvSpPr>
        <p:spPr>
          <a:xfrm>
            <a:off x="771203" y="1188108"/>
            <a:ext cx="11133582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Rockwell" panose="02060603020205020403" pitchFamily="18" charset="77"/>
                <a:sym typeface="Wingdings" panose="05000000000000000000" pitchFamily="2" charset="2"/>
              </a:rPr>
              <a:t>Hattrick</a:t>
            </a:r>
            <a:r>
              <a:rPr lang="en-US" sz="2400" dirty="0">
                <a:latin typeface="Rockwell" panose="02060603020205020403" pitchFamily="18" charset="77"/>
                <a:sym typeface="Wingdings" panose="05000000000000000000" pitchFamily="2" charset="2"/>
              </a:rPr>
              <a:t>:</a:t>
            </a:r>
            <a:r>
              <a:rPr lang="en-US" sz="2400" b="1" dirty="0">
                <a:latin typeface="Rockwell" panose="02060603020205020403" pitchFamily="18" charset="77"/>
                <a:sym typeface="Wingdings" panose="05000000000000000000" pitchFamily="2" charset="2"/>
              </a:rPr>
              <a:t> </a:t>
            </a:r>
            <a:r>
              <a:rPr lang="en-US" sz="2400" dirty="0">
                <a:latin typeface="Rockwell" panose="02060603020205020403" pitchFamily="18" charset="77"/>
                <a:sym typeface="Wingdings" panose="05000000000000000000" pitchFamily="2" charset="2"/>
              </a:rPr>
              <a:t>First neural TE scheme that can handle multi-class 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Rockwell"/>
              </a:rPr>
              <a:t>Architecture is aligned to multi-class TE optimization techniques.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Rockwell"/>
              </a:rPr>
              <a:t>Resilient with prediction error.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Rockwell" panose="02060603020205020403" pitchFamily="18" charset="77"/>
                <a:sym typeface="Wingdings" panose="05000000000000000000" pitchFamily="2" charset="2"/>
              </a:rPr>
              <a:t>Proposed a new precedence-aware multi-task learning method tailored for multi-class 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Rockwell" panose="02060603020205020403" pitchFamily="18" charset="77"/>
                <a:sym typeface="Wingdings" panose="05000000000000000000" pitchFamily="2" charset="2"/>
              </a:rPr>
              <a:t>Integrated a differentiable simulator into the training process of Hattrick to cope with prediction errors</a:t>
            </a:r>
            <a:endParaRPr lang="en-US" sz="2000" dirty="0">
              <a:latin typeface="Rockwell" panose="02060603020205020403" pitchFamily="18" charset="77"/>
              <a:sym typeface="Wingdings" panose="05000000000000000000" pitchFamily="2" charset="2"/>
            </a:endParaRPr>
          </a:p>
          <a:p>
            <a:pPr lvl="1"/>
            <a:endParaRPr lang="en-US" sz="2000" dirty="0">
              <a:latin typeface="Rockwell" panose="02060603020205020403" pitchFamily="18" charset="77"/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Rockwell" panose="02060603020205020403" pitchFamily="18" charset="77"/>
                <a:sym typeface="Wingdings" panose="05000000000000000000" pitchFamily="2" charset="2"/>
              </a:rPr>
              <a:t>Hattrick outperforms state-of-the-art multi-class 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latin typeface="Rockwell" panose="02060603020205020403" pitchFamily="18" charset="77"/>
              <a:sym typeface="Wingdings" panose="05000000000000000000" pitchFamily="2" charset="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latin typeface="Rockwell" panose="02060603020205020403" pitchFamily="18" charset="77"/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Rockwell" panose="02060603020205020403" pitchFamily="18" charset="77"/>
                <a:sym typeface="Wingdings" panose="05000000000000000000" pitchFamily="2" charset="2"/>
              </a:rPr>
              <a:t>Hattrick reduces computation times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FD1D3BE-B617-36DF-BFA1-4F062AE99FD8}"/>
              </a:ext>
            </a:extLst>
          </p:cNvPr>
          <p:cNvSpPr/>
          <p:nvPr/>
        </p:nvSpPr>
        <p:spPr>
          <a:xfrm>
            <a:off x="589547" y="5087866"/>
            <a:ext cx="11012906" cy="1383819"/>
          </a:xfrm>
          <a:prstGeom prst="roundRect">
            <a:avLst/>
          </a:prstGeom>
          <a:gradFill>
            <a:gsLst>
              <a:gs pos="0">
                <a:srgbClr val="6699FF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>
                <a:solidFill>
                  <a:schemeClr val="tx1"/>
                </a:solidFill>
                <a:latin typeface="Rockwell" panose="02060603020205020403" pitchFamily="18" charset="0"/>
              </a:rPr>
              <a:t>We released Hattrick’s source code</a:t>
            </a:r>
          </a:p>
          <a:p>
            <a:pPr algn="ctr"/>
            <a:r>
              <a:rPr lang="en-US" sz="3600">
                <a:solidFill>
                  <a:schemeClr val="tx1"/>
                </a:solidFill>
                <a:latin typeface="Rockwell" panose="02060603020205020403" pitchFamily="18" charset="0"/>
              </a:rPr>
              <a:t>https://github.com/Purdue-ISL/Hattrick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9061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3|4.2|11|3|5.7|2.8|2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3|4.2|11|3|5.7|2.8|2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3|4.2|11|3|5.7|2.8|2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5|11.6|15|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4|5.2|8.7|5.8|7.7|16.4|11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4|5.2|8.7|5.8|7.7|16.4|11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10|24.1|23.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5|11.6|15|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5|11.6|15|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5|11.6|15|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5|11.6|15|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5|11.6|15|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10|24.1|23.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9|18.4|11.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9|11.9|5.4|13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9|11.9|5.4|13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9|11.9|5.4|13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9|11.9|5.4|13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10|24.1|23.8"/>
</p:tagLst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41DBC6CE-7C7B-42F7-8788-FCEE09F2995B}" vid="{FBA0D919-15FE-4949-9A34-195F7458C6E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4902</TotalTime>
  <Words>1274</Words>
  <Application>Microsoft Office PowerPoint</Application>
  <PresentationFormat>Widescreen</PresentationFormat>
  <Paragraphs>294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Courier New</vt:lpstr>
      <vt:lpstr>Rockwell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 AlRhman AlQiam</dc:creator>
  <cp:lastModifiedBy>Abd Alrhman Omar Hasan Alqiam</cp:lastModifiedBy>
  <cp:revision>122</cp:revision>
  <dcterms:created xsi:type="dcterms:W3CDTF">2024-03-22T19:55:31Z</dcterms:created>
  <dcterms:modified xsi:type="dcterms:W3CDTF">2026-07-23T01:32:45Z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2024-07-03T00:05:20Z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87657d9a-db3a-4dee-8ae5-a830a7ebe3d2</vt:lpwstr>
  </property>
  <property fmtid="{D5CDD505-2E9C-101B-9397-08002B2CF9AE}" pid="8" name="MSIP_Label_4044bd30-2ed7-4c9d-9d12-46200872a97b_ContentBits">
    <vt:lpwstr>0</vt:lpwstr>
  </property>
</Properties>
</file>